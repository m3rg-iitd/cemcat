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8"/>
  </p:normalViewPr>
  <p:slideViewPr>
    <p:cSldViewPr snapToGrid="0" snapToObjects="1">
      <p:cViewPr>
        <p:scale>
          <a:sx n="118" d="100"/>
          <a:sy n="118" d="100"/>
        </p:scale>
        <p:origin x="2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E537-7344-9F42-BDA3-4E785587A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1284A-0657-CF45-926A-C5B29991D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173F-D967-BF43-9B4B-81C5B350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84A2-1421-B84A-862B-270C36763524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4BE7F-ED13-B84B-817F-A67C66F1C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4BB81-D028-884B-93A0-BEF146CF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CBE74-087B-1243-9876-D097E013B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0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53CB-C9E8-0448-BD3E-AD689B1AD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FE53B-703B-BE45-A7E3-2BAECFDA8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53A48-6C84-D44D-B361-67655082D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84A2-1421-B84A-862B-270C36763524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88366-D40C-6E40-8789-C0699D1D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DCB8B-E4AD-6F4A-A77F-8CC84D8E6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CBE74-087B-1243-9876-D097E013B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582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EDB6-E474-8746-9310-E496D96F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D454C-5322-EC43-A8C5-D0B5D4DC3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00EDC-4A60-814A-A1AF-F47D58A56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84A2-1421-B84A-862B-270C36763524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89B9D-926A-8D4C-B3F0-E4C79776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60B4D-9EE3-0E45-AF9B-B22C6C32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CBE74-087B-1243-9876-D097E013B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56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F0B01-1FFD-6E4C-8927-D91A5054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0DA1-45E7-6348-B385-DD4B5356C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1DCCD5-79E5-744C-9CAE-F8F9DD943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53939-ED62-9A41-8224-5A63B2A69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84A2-1421-B84A-862B-270C36763524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C5617-B10D-2C4D-B184-3044F572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79EA4-9720-7248-95A1-4B931398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CBE74-087B-1243-9876-D097E013B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9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CC20-ACDA-014E-8D45-9B1A405EB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EFD86-D240-894C-A3BE-23AC5FB3D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D9AA0-CF86-5C4D-8243-4CD5E547C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BCB7D-DF98-0640-8A2B-D5C593A95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74F7E-056D-4C45-84A2-1672B7530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72D1E-E33C-124A-B778-DB7800E58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84A2-1421-B84A-862B-270C36763524}" type="datetimeFigureOut">
              <a:rPr lang="en-US" smtClean="0"/>
              <a:t>10/4/24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9A4C97-4439-DB47-A877-A343EFF2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6F6EC-E272-7446-9412-9F7A77064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CBE74-087B-1243-9876-D097E013B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5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086AD-BE34-8241-BC81-990CF65B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9DD4E-AA45-6043-9AFE-A94B1D88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84A2-1421-B84A-862B-270C36763524}" type="datetimeFigureOut">
              <a:rPr lang="en-US" smtClean="0"/>
              <a:t>10/4/24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C80D8-36A6-F94B-B384-D5466E24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7F664-1363-9D4C-93E8-094ED0B49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CBE74-087B-1243-9876-D097E013B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14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6EC738-C36E-1847-A01F-72F66380C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84A2-1421-B84A-862B-270C36763524}" type="datetimeFigureOut">
              <a:rPr lang="en-US" smtClean="0"/>
              <a:t>10/4/24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2ECFF-7543-5C43-BDC3-4627D4E8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E5FBF-E05B-BB4A-858A-46D18A98A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CBE74-087B-1243-9876-D097E013B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8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78EDC-40C7-8D4B-ACC6-4DFFBC163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C863E-B92D-154E-8A36-BC5A755F7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E87FE-3E97-2941-B095-9E0BE200B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342B6-34CF-F145-9372-03A0A1B5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84A2-1421-B84A-862B-270C36763524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924F8-DA09-CD42-AB7F-1E80CC561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A11F2-5E5B-4B4D-A8D7-0E2CB835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CBE74-087B-1243-9876-D097E013B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13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A4E7-2E14-CC4E-A1AF-AC12869F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88E40D-AD32-A54B-8C31-29D782D537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02B58-BA73-814A-A702-7CE6D1C65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40247-949C-B141-95B8-5FDA55EC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84A2-1421-B84A-862B-270C36763524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75A88-73E6-7E48-AC12-446B9266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5F865-8260-7D4A-AA8F-297AC71EF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CBE74-087B-1243-9876-D097E013B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33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47B20-A8D0-7B4F-ACA9-73951FC3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F52D58-CC6E-2F4C-B219-62EB03337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7BEE9-76A6-064D-87B3-3B1F9911F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84A2-1421-B84A-862B-270C36763524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909F8-4AFF-DE49-8E62-90C4BF14D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B5460-62EB-BC45-A01C-510268EF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CBE74-087B-1243-9876-D097E013B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7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6139D4-9CA9-4146-B0E8-702168A6D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6CA12-365B-DA48-847D-A1EFBFA46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BDEB7-94AF-FD41-BF4C-9E3656EDA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84A2-1421-B84A-862B-270C36763524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F41BC-B8AF-A845-8237-F06431C1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43E81-A1E8-7945-9E16-4B0B0FB7B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CBE74-087B-1243-9876-D097E013B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19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DC176-47B8-FE4C-8DFC-6EF102F50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91FDA-642D-0B45-B023-399ED6987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781E2-7A89-464C-8C9F-616B1CF497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B84A2-1421-B84A-862B-270C36763524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690D8-F2A1-B444-9CAF-4EDA63585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F40FF-A00B-CB4C-9451-36C6AF467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CBE74-087B-1243-9876-D097E013B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2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E02300-9004-8249-BCDD-09DAF9642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136" y="487136"/>
            <a:ext cx="2520000" cy="2936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41413C-5008-044B-907D-857D0A412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478" y="487136"/>
            <a:ext cx="2667692" cy="29365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DC8FB4-CEA7-9641-ADB0-C374C481D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136" y="3485058"/>
            <a:ext cx="2520000" cy="2885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7DD5C2-7E32-2F42-B552-EBB6B37601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85058"/>
            <a:ext cx="2520000" cy="27109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7362BC-8A72-4E4B-8F9D-545567953D5A}"/>
              </a:ext>
            </a:extLst>
          </p:cNvPr>
          <p:cNvSpPr txBox="1"/>
          <p:nvPr/>
        </p:nvSpPr>
        <p:spPr>
          <a:xfrm>
            <a:off x="5369023" y="487136"/>
            <a:ext cx="445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0E027F-6C12-844A-858A-5AA65A69E264}"/>
              </a:ext>
            </a:extLst>
          </p:cNvPr>
          <p:cNvSpPr txBox="1"/>
          <p:nvPr/>
        </p:nvSpPr>
        <p:spPr>
          <a:xfrm>
            <a:off x="8140814" y="490568"/>
            <a:ext cx="445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5B0046-D9BB-1146-84F9-58C336FDD8F4}"/>
              </a:ext>
            </a:extLst>
          </p:cNvPr>
          <p:cNvSpPr txBox="1"/>
          <p:nvPr/>
        </p:nvSpPr>
        <p:spPr>
          <a:xfrm>
            <a:off x="5369023" y="3531871"/>
            <a:ext cx="445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DA4225-2ACE-0943-A0FA-DD25C1A76F25}"/>
              </a:ext>
            </a:extLst>
          </p:cNvPr>
          <p:cNvSpPr txBox="1"/>
          <p:nvPr/>
        </p:nvSpPr>
        <p:spPr>
          <a:xfrm>
            <a:off x="8140814" y="3535303"/>
            <a:ext cx="445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78773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BC3B95-75E4-3A41-B201-AE9D2CDF5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773" y="1925430"/>
            <a:ext cx="2880000" cy="2846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F503DF-4F99-C542-8C4B-1E75A7BCF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532" y="1925430"/>
            <a:ext cx="2880000" cy="30792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4C180E-88A7-A14F-BDCD-EDA03F842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532" y="1925430"/>
            <a:ext cx="2880000" cy="27977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67F74C-3512-464B-8E4D-48A6E6EE1AAC}"/>
              </a:ext>
            </a:extLst>
          </p:cNvPr>
          <p:cNvSpPr txBox="1"/>
          <p:nvPr/>
        </p:nvSpPr>
        <p:spPr>
          <a:xfrm>
            <a:off x="4240695" y="2040835"/>
            <a:ext cx="501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6082E3-2C9A-D04D-90A6-90613FC7E7D1}"/>
              </a:ext>
            </a:extLst>
          </p:cNvPr>
          <p:cNvSpPr txBox="1"/>
          <p:nvPr/>
        </p:nvSpPr>
        <p:spPr>
          <a:xfrm>
            <a:off x="7120148" y="1992724"/>
            <a:ext cx="501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660A72-94E3-8C45-8F3A-8D4C4E8CD617}"/>
              </a:ext>
            </a:extLst>
          </p:cNvPr>
          <p:cNvSpPr txBox="1"/>
          <p:nvPr/>
        </p:nvSpPr>
        <p:spPr>
          <a:xfrm>
            <a:off x="9996422" y="1987827"/>
            <a:ext cx="501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3693892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27362BC-8A72-4E4B-8F9D-545567953D5A}"/>
              </a:ext>
            </a:extLst>
          </p:cNvPr>
          <p:cNvSpPr txBox="1"/>
          <p:nvPr/>
        </p:nvSpPr>
        <p:spPr>
          <a:xfrm>
            <a:off x="3725280" y="740845"/>
            <a:ext cx="445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0E027F-6C12-844A-858A-5AA65A69E264}"/>
              </a:ext>
            </a:extLst>
          </p:cNvPr>
          <p:cNvSpPr txBox="1"/>
          <p:nvPr/>
        </p:nvSpPr>
        <p:spPr>
          <a:xfrm>
            <a:off x="6388213" y="744277"/>
            <a:ext cx="445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643EE8-BA57-454C-8410-D6F7070A4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705" y="641024"/>
            <a:ext cx="2520000" cy="252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D06446-F66A-BD40-9B99-8AAF310D4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41024"/>
            <a:ext cx="2520000" cy="252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971B89-1D9C-C34D-862A-4981018D0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705" y="3332922"/>
            <a:ext cx="2520000" cy="252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05DDE5-D9DF-7741-A1A8-7302B654A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332922"/>
            <a:ext cx="2520000" cy="252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D82F94C-2EAF-3449-AC9A-DDBF73DCC026}"/>
              </a:ext>
            </a:extLst>
          </p:cNvPr>
          <p:cNvSpPr txBox="1"/>
          <p:nvPr/>
        </p:nvSpPr>
        <p:spPr>
          <a:xfrm>
            <a:off x="3726697" y="3429000"/>
            <a:ext cx="445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F24E48-9E9F-094E-99A1-CCB4E8D52B0D}"/>
              </a:ext>
            </a:extLst>
          </p:cNvPr>
          <p:cNvSpPr txBox="1"/>
          <p:nvPr/>
        </p:nvSpPr>
        <p:spPr>
          <a:xfrm>
            <a:off x="6389630" y="3432432"/>
            <a:ext cx="445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4128123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D40D4D-CD1D-D448-A670-94BF61EC1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85" y="2349500"/>
            <a:ext cx="2616200" cy="215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2B92B5-117E-0044-B7E9-E918AC31A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936" y="2349500"/>
            <a:ext cx="2654300" cy="215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DDBDD4-E646-004B-A1EB-327952FDC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787" y="2349500"/>
            <a:ext cx="2298700" cy="2159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B6A52-A2D9-7D4A-ADAE-609AA1727CAE}"/>
              </a:ext>
            </a:extLst>
          </p:cNvPr>
          <p:cNvSpPr txBox="1"/>
          <p:nvPr/>
        </p:nvSpPr>
        <p:spPr>
          <a:xfrm>
            <a:off x="3348066" y="2541578"/>
            <a:ext cx="501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0082D9-4746-2B4C-9760-99D7C89C8921}"/>
              </a:ext>
            </a:extLst>
          </p:cNvPr>
          <p:cNvSpPr txBox="1"/>
          <p:nvPr/>
        </p:nvSpPr>
        <p:spPr>
          <a:xfrm>
            <a:off x="5857403" y="2493467"/>
            <a:ext cx="501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3C4B8F-8307-2347-A490-63A1827D9748}"/>
              </a:ext>
            </a:extLst>
          </p:cNvPr>
          <p:cNvSpPr txBox="1"/>
          <p:nvPr/>
        </p:nvSpPr>
        <p:spPr>
          <a:xfrm>
            <a:off x="8777221" y="2488570"/>
            <a:ext cx="501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93614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42</Words>
  <Application>Microsoft Macintosh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Zaki</dc:creator>
  <cp:lastModifiedBy>Mohd Zaki</cp:lastModifiedBy>
  <cp:revision>1</cp:revision>
  <dcterms:created xsi:type="dcterms:W3CDTF">2024-10-04T14:53:21Z</dcterms:created>
  <dcterms:modified xsi:type="dcterms:W3CDTF">2024-10-04T15:17:58Z</dcterms:modified>
</cp:coreProperties>
</file>