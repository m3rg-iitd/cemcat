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</p:sldIdLst>
  <p:sldSz cx="12192000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6"/>
  </p:normalViewPr>
  <p:slideViewPr>
    <p:cSldViewPr snapToGrid="0" snapToObjects="1">
      <p:cViewPr varScale="1">
        <p:scale>
          <a:sx n="77" d="100"/>
          <a:sy n="77" d="100"/>
        </p:scale>
        <p:origin x="18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72842"/>
            <a:ext cx="10363200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726842"/>
            <a:ext cx="9144000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E799-5F39-4D40-881F-672D3CA5A71B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6812-DB8D-734A-B957-4FEC9BF8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8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E799-5F39-4D40-881F-672D3CA5A71B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6812-DB8D-734A-B957-4FEC9BF8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74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43638"/>
            <a:ext cx="10515600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022610"/>
            <a:ext cx="10515600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/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75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E799-5F39-4D40-881F-672D3CA5A71B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6812-DB8D-734A-B957-4FEC9BF8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18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95710"/>
            <a:ext cx="5181600" cy="57101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95710"/>
            <a:ext cx="5181600" cy="57101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E799-5F39-4D40-881F-672D3CA5A71B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6812-DB8D-734A-B957-4FEC9BF8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16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79144"/>
            <a:ext cx="10515600" cy="173949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06137"/>
            <a:ext cx="5157787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287331"/>
            <a:ext cx="5157787" cy="48351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06137"/>
            <a:ext cx="5183188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287331"/>
            <a:ext cx="5183188" cy="48351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E799-5F39-4D40-881F-672D3CA5A71B}" type="datetimeFigureOut">
              <a:rPr lang="en-US" smtClean="0"/>
              <a:t>10/4/24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6812-DB8D-734A-B957-4FEC9BF8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02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E799-5F39-4D40-881F-672D3CA5A71B}" type="datetimeFigureOut">
              <a:rPr lang="en-US" smtClean="0"/>
              <a:t>10/4/24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6812-DB8D-734A-B957-4FEC9BF8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E799-5F39-4D40-881F-672D3CA5A71B}" type="datetimeFigureOut">
              <a:rPr lang="en-US" smtClean="0"/>
              <a:t>10/4/24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6812-DB8D-734A-B957-4FEC9BF8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71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95769"/>
            <a:ext cx="6172200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E799-5F39-4D40-881F-672D3CA5A71B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6812-DB8D-734A-B957-4FEC9BF8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1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95769"/>
            <a:ext cx="6172200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E799-5F39-4D40-881F-672D3CA5A71B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6812-DB8D-734A-B957-4FEC9BF8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686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E799-5F39-4D40-881F-672D3CA5A71B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6812-DB8D-734A-B957-4FEC9BF8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14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79142"/>
            <a:ext cx="2628900" cy="762669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79142"/>
            <a:ext cx="7734300" cy="762669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E799-5F39-4D40-881F-672D3CA5A71B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6812-DB8D-734A-B957-4FEC9BF8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41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9144"/>
            <a:ext cx="10515600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95710"/>
            <a:ext cx="10515600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FE799-5F39-4D40-881F-672D3CA5A71B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86812-DB8D-734A-B957-4FEC9BF8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06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99967" rtl="0" eaLnBrk="1" latinLnBrk="0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8B3805-A1E9-6B4B-8F64-D32466579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341" y="3420270"/>
            <a:ext cx="2995200" cy="2520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9910D6-3F1E-AC4B-A61C-E7AEE4CE8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914" y="3420426"/>
            <a:ext cx="2876400" cy="25205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F716D7-EE78-BA4E-BCAA-3C2615E1FF88}"/>
              </a:ext>
            </a:extLst>
          </p:cNvPr>
          <p:cNvSpPr txBox="1"/>
          <p:nvPr/>
        </p:nvSpPr>
        <p:spPr>
          <a:xfrm>
            <a:off x="5552662" y="5134770"/>
            <a:ext cx="4404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5878E-456B-084A-A5F8-D29238742694}"/>
              </a:ext>
            </a:extLst>
          </p:cNvPr>
          <p:cNvSpPr txBox="1"/>
          <p:nvPr/>
        </p:nvSpPr>
        <p:spPr>
          <a:xfrm>
            <a:off x="8836726" y="5134770"/>
            <a:ext cx="4404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441031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BE6DC-352E-734A-A648-0C6754F5F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50" y="2734469"/>
            <a:ext cx="5372100" cy="353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8DC83E-5645-2449-BA09-F2A951683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729" y="2967605"/>
            <a:ext cx="3022600" cy="181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2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A63287-44B8-E542-AF76-ED4A391B6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0" y="1453544"/>
            <a:ext cx="5346700" cy="2882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A17DBC-C571-FF48-9E42-EC346D8D8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0" y="4487069"/>
            <a:ext cx="2705100" cy="2527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FCC363-2021-B840-8EDE-673752FAC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499769"/>
            <a:ext cx="2679700" cy="2501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9D060C-3E4C-9949-BB22-0DBDA6814055}"/>
              </a:ext>
            </a:extLst>
          </p:cNvPr>
          <p:cNvSpPr txBox="1"/>
          <p:nvPr/>
        </p:nvSpPr>
        <p:spPr>
          <a:xfrm>
            <a:off x="8297124" y="1583188"/>
            <a:ext cx="4404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67B15C-B62B-7B4B-B86F-4790FD6AE00D}"/>
              </a:ext>
            </a:extLst>
          </p:cNvPr>
          <p:cNvSpPr txBox="1"/>
          <p:nvPr/>
        </p:nvSpPr>
        <p:spPr>
          <a:xfrm>
            <a:off x="5610522" y="4525171"/>
            <a:ext cx="4404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541470-CE27-984A-8DE9-8E986312877A}"/>
              </a:ext>
            </a:extLst>
          </p:cNvPr>
          <p:cNvSpPr txBox="1"/>
          <p:nvPr/>
        </p:nvSpPr>
        <p:spPr>
          <a:xfrm>
            <a:off x="8283676" y="4531055"/>
            <a:ext cx="4404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4282798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A63287-44B8-E542-AF76-ED4A391B66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90900" y="1453544"/>
            <a:ext cx="5346700" cy="2882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A17DBC-C571-FF48-9E42-EC346D8D82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90900" y="4487069"/>
            <a:ext cx="2705100" cy="2527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FCC363-2021-B840-8EDE-673752FAC8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27164" y="4499769"/>
            <a:ext cx="2617372" cy="2501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9D060C-3E4C-9949-BB22-0DBDA6814055}"/>
              </a:ext>
            </a:extLst>
          </p:cNvPr>
          <p:cNvSpPr txBox="1"/>
          <p:nvPr/>
        </p:nvSpPr>
        <p:spPr>
          <a:xfrm>
            <a:off x="8297124" y="1583188"/>
            <a:ext cx="4404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67B15C-B62B-7B4B-B86F-4790FD6AE00D}"/>
              </a:ext>
            </a:extLst>
          </p:cNvPr>
          <p:cNvSpPr txBox="1"/>
          <p:nvPr/>
        </p:nvSpPr>
        <p:spPr>
          <a:xfrm>
            <a:off x="5610522" y="4525171"/>
            <a:ext cx="4404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541470-CE27-984A-8DE9-8E986312877A}"/>
              </a:ext>
            </a:extLst>
          </p:cNvPr>
          <p:cNvSpPr txBox="1"/>
          <p:nvPr/>
        </p:nvSpPr>
        <p:spPr>
          <a:xfrm>
            <a:off x="8283676" y="4531055"/>
            <a:ext cx="4404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3587495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3D899D-70B3-3B49-9DD4-F8309809D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250" y="2402455"/>
            <a:ext cx="2667000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D33F8C-994C-4042-AE9F-322D6D7F5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171" y="2402455"/>
            <a:ext cx="2679700" cy="1981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839A95-43DB-1740-A2F2-323CE7BED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250" y="4612255"/>
            <a:ext cx="2578100" cy="1981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7B3CBC-DBC2-404F-9D69-1CA21FC431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2171" y="4612255"/>
            <a:ext cx="2552700" cy="1981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A594CC-68CC-294A-8DBE-034E9EC01727}"/>
              </a:ext>
            </a:extLst>
          </p:cNvPr>
          <p:cNvSpPr txBox="1"/>
          <p:nvPr/>
        </p:nvSpPr>
        <p:spPr>
          <a:xfrm>
            <a:off x="2889250" y="2402456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B2DEFA-BEF8-3C4B-A2E6-978879C0F1F3}"/>
              </a:ext>
            </a:extLst>
          </p:cNvPr>
          <p:cNvSpPr txBox="1"/>
          <p:nvPr/>
        </p:nvSpPr>
        <p:spPr>
          <a:xfrm>
            <a:off x="5642282" y="2402456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D92D05-0FEC-4941-8E00-A9B9BD3A5374}"/>
              </a:ext>
            </a:extLst>
          </p:cNvPr>
          <p:cNvSpPr txBox="1"/>
          <p:nvPr/>
        </p:nvSpPr>
        <p:spPr>
          <a:xfrm>
            <a:off x="2889250" y="4499770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57B0A-4A5A-7748-9C32-1418191043E1}"/>
              </a:ext>
            </a:extLst>
          </p:cNvPr>
          <p:cNvSpPr txBox="1"/>
          <p:nvPr/>
        </p:nvSpPr>
        <p:spPr>
          <a:xfrm>
            <a:off x="5642282" y="4499770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2305528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57BCE2-45B9-B742-9E4B-71F06FD3A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414" y="3058319"/>
            <a:ext cx="2880000" cy="35920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DB5511-1B16-BD45-AF16-64A8F2143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093" y="3058320"/>
            <a:ext cx="2880000" cy="34960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B9D0FF-2579-4F48-A099-47930768AA77}"/>
              </a:ext>
            </a:extLst>
          </p:cNvPr>
          <p:cNvSpPr txBox="1"/>
          <p:nvPr/>
        </p:nvSpPr>
        <p:spPr>
          <a:xfrm>
            <a:off x="5789660" y="6061853"/>
            <a:ext cx="453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9FF43A-1503-2442-AE49-2E2FD2258F65}"/>
              </a:ext>
            </a:extLst>
          </p:cNvPr>
          <p:cNvSpPr txBox="1"/>
          <p:nvPr/>
        </p:nvSpPr>
        <p:spPr>
          <a:xfrm>
            <a:off x="8319813" y="5986353"/>
            <a:ext cx="453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995579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57BCE2-45B9-B742-9E4B-71F06FD3AA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405414" y="3058320"/>
            <a:ext cx="2880000" cy="3592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DB5511-1B16-BD45-AF16-64A8F2143E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76093" y="3058319"/>
            <a:ext cx="2880000" cy="34960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B9D0FF-2579-4F48-A099-47930768AA77}"/>
              </a:ext>
            </a:extLst>
          </p:cNvPr>
          <p:cNvSpPr txBox="1"/>
          <p:nvPr/>
        </p:nvSpPr>
        <p:spPr>
          <a:xfrm>
            <a:off x="5789660" y="6061853"/>
            <a:ext cx="453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9FF43A-1503-2442-AE49-2E2FD2258F65}"/>
              </a:ext>
            </a:extLst>
          </p:cNvPr>
          <p:cNvSpPr txBox="1"/>
          <p:nvPr/>
        </p:nvSpPr>
        <p:spPr>
          <a:xfrm>
            <a:off x="8319813" y="5986353"/>
            <a:ext cx="453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4148455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41D56A-53A6-7E42-882C-A22F26844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000" y="2198529"/>
            <a:ext cx="5760000" cy="1467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3DB351-C6C9-D749-B240-CFE401697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000" y="3817719"/>
            <a:ext cx="5760000" cy="14772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5450FD-2CA2-1F4E-AC3C-7CC7894E7B75}"/>
              </a:ext>
            </a:extLst>
          </p:cNvPr>
          <p:cNvSpPr txBox="1"/>
          <p:nvPr/>
        </p:nvSpPr>
        <p:spPr>
          <a:xfrm>
            <a:off x="3244850" y="2239896"/>
            <a:ext cx="3721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0A5EE7-E1AE-0541-A857-F7EBC12CD9FA}"/>
              </a:ext>
            </a:extLst>
          </p:cNvPr>
          <p:cNvSpPr txBox="1"/>
          <p:nvPr/>
        </p:nvSpPr>
        <p:spPr>
          <a:xfrm>
            <a:off x="3244850" y="3848200"/>
            <a:ext cx="3721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832659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BB1DDF-0418-C547-87EC-A7DFF6000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0" y="1999139"/>
            <a:ext cx="5588000" cy="1892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0388C4-1116-AF4A-BF20-7765C2FD3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0" y="4020979"/>
            <a:ext cx="2794000" cy="255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91D441-5861-D442-A670-263DCB194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270" y="4020979"/>
            <a:ext cx="2639730" cy="25540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A790D0-62A0-6A4B-BDFA-BF44FC935735}"/>
              </a:ext>
            </a:extLst>
          </p:cNvPr>
          <p:cNvSpPr txBox="1"/>
          <p:nvPr/>
        </p:nvSpPr>
        <p:spPr>
          <a:xfrm>
            <a:off x="8402829" y="2061004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190837-40B2-0241-861F-391ABD10C3C9}"/>
              </a:ext>
            </a:extLst>
          </p:cNvPr>
          <p:cNvSpPr txBox="1"/>
          <p:nvPr/>
        </p:nvSpPr>
        <p:spPr>
          <a:xfrm>
            <a:off x="5521466" y="4119511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2409E0-9CE1-D249-B680-15D898AC5902}"/>
              </a:ext>
            </a:extLst>
          </p:cNvPr>
          <p:cNvSpPr txBox="1"/>
          <p:nvPr/>
        </p:nvSpPr>
        <p:spPr>
          <a:xfrm>
            <a:off x="8386008" y="4119511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1229929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BB1DDF-0418-C547-87EC-A7DFF60003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36282" y="2134348"/>
            <a:ext cx="5553718" cy="16319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0388C4-1116-AF4A-BF20-7765C2FD3A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36282" y="4020979"/>
            <a:ext cx="2725436" cy="255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91D441-5861-D442-A670-263DCB1941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50270" y="4029218"/>
            <a:ext cx="2725436" cy="26199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A790D0-62A0-6A4B-BDFA-BF44FC935735}"/>
              </a:ext>
            </a:extLst>
          </p:cNvPr>
          <p:cNvSpPr txBox="1"/>
          <p:nvPr/>
        </p:nvSpPr>
        <p:spPr>
          <a:xfrm>
            <a:off x="8398708" y="2175553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190837-40B2-0241-861F-391ABD10C3C9}"/>
              </a:ext>
            </a:extLst>
          </p:cNvPr>
          <p:cNvSpPr txBox="1"/>
          <p:nvPr/>
        </p:nvSpPr>
        <p:spPr>
          <a:xfrm>
            <a:off x="5508766" y="4119511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2409E0-9CE1-D249-B680-15D898AC5902}"/>
              </a:ext>
            </a:extLst>
          </p:cNvPr>
          <p:cNvSpPr txBox="1"/>
          <p:nvPr/>
        </p:nvSpPr>
        <p:spPr>
          <a:xfrm>
            <a:off x="8373308" y="4119511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2445979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BB1DDF-0418-C547-87EC-A7DFF60003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26935" y="1999139"/>
            <a:ext cx="5538131" cy="1892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0388C4-1116-AF4A-BF20-7765C2FD3A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10571" y="4020979"/>
            <a:ext cx="2776859" cy="255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91D441-5861-D442-A670-263DCB1941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50270" y="4053309"/>
            <a:ext cx="2639730" cy="24893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A790D0-62A0-6A4B-BDFA-BF44FC935735}"/>
              </a:ext>
            </a:extLst>
          </p:cNvPr>
          <p:cNvSpPr txBox="1"/>
          <p:nvPr/>
        </p:nvSpPr>
        <p:spPr>
          <a:xfrm>
            <a:off x="8402829" y="2061004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190837-40B2-0241-861F-391ABD10C3C9}"/>
              </a:ext>
            </a:extLst>
          </p:cNvPr>
          <p:cNvSpPr txBox="1"/>
          <p:nvPr/>
        </p:nvSpPr>
        <p:spPr>
          <a:xfrm>
            <a:off x="5521466" y="4119511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2409E0-9CE1-D249-B680-15D898AC5902}"/>
              </a:ext>
            </a:extLst>
          </p:cNvPr>
          <p:cNvSpPr txBox="1"/>
          <p:nvPr/>
        </p:nvSpPr>
        <p:spPr>
          <a:xfrm>
            <a:off x="8386008" y="4119511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1925287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BB1DDF-0418-C547-87EC-A7DFF60003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26935" y="1999139"/>
            <a:ext cx="5538131" cy="1892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0388C4-1116-AF4A-BF20-7765C2FD3A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36282" y="4020979"/>
            <a:ext cx="2725436" cy="255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91D441-5861-D442-A670-263DCB1941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59954" y="4020979"/>
            <a:ext cx="2620362" cy="25540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A790D0-62A0-6A4B-BDFA-BF44FC935735}"/>
              </a:ext>
            </a:extLst>
          </p:cNvPr>
          <p:cNvSpPr txBox="1"/>
          <p:nvPr/>
        </p:nvSpPr>
        <p:spPr>
          <a:xfrm>
            <a:off x="8402829" y="2061004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190837-40B2-0241-861F-391ABD10C3C9}"/>
              </a:ext>
            </a:extLst>
          </p:cNvPr>
          <p:cNvSpPr txBox="1"/>
          <p:nvPr/>
        </p:nvSpPr>
        <p:spPr>
          <a:xfrm>
            <a:off x="5521466" y="4119511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2409E0-9CE1-D249-B680-15D898AC5902}"/>
              </a:ext>
            </a:extLst>
          </p:cNvPr>
          <p:cNvSpPr txBox="1"/>
          <p:nvPr/>
        </p:nvSpPr>
        <p:spPr>
          <a:xfrm>
            <a:off x="8386008" y="4119511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2151699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525405-9A55-1043-929F-83A094560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208" y="1096173"/>
            <a:ext cx="4457700" cy="320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40E62F-3A9F-8845-BE8F-A25E6FC8B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908" y="980060"/>
            <a:ext cx="4457700" cy="3429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DE6145-07A6-C940-A54B-F1B9D8B6D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1070" y="4296573"/>
            <a:ext cx="4456462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DE01AB-98C6-F341-B68E-01A147A0B8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3606" y="4207673"/>
            <a:ext cx="4432300" cy="3517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F74875-6F5A-874A-AAAA-F5E1B1ECBE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5005" y="7842872"/>
            <a:ext cx="5017201" cy="4955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31A1F6-81A6-6340-9B64-60DE7ECF168D}"/>
              </a:ext>
            </a:extLst>
          </p:cNvPr>
          <p:cNvSpPr txBox="1"/>
          <p:nvPr/>
        </p:nvSpPr>
        <p:spPr>
          <a:xfrm>
            <a:off x="2435558" y="1508416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251AD-A962-794E-B051-C1B9CE65EAE9}"/>
              </a:ext>
            </a:extLst>
          </p:cNvPr>
          <p:cNvSpPr txBox="1"/>
          <p:nvPr/>
        </p:nvSpPr>
        <p:spPr>
          <a:xfrm>
            <a:off x="6716274" y="1475166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A69BB3-4BF6-764C-8439-2B1E94C8C957}"/>
              </a:ext>
            </a:extLst>
          </p:cNvPr>
          <p:cNvSpPr txBox="1"/>
          <p:nvPr/>
        </p:nvSpPr>
        <p:spPr>
          <a:xfrm>
            <a:off x="2354771" y="4846079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B3541B-BC82-094B-A2D6-9F4ECDF8884D}"/>
              </a:ext>
            </a:extLst>
          </p:cNvPr>
          <p:cNvSpPr txBox="1"/>
          <p:nvPr/>
        </p:nvSpPr>
        <p:spPr>
          <a:xfrm>
            <a:off x="6716274" y="4779578"/>
            <a:ext cx="453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2487113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748</TotalTime>
  <Words>102</Words>
  <Application>Microsoft Macintosh PowerPoint</Application>
  <PresentationFormat>Custom</PresentationFormat>
  <Paragraphs>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Mohd Zaki</dc:creator>
  <cp:lastModifiedBy>Mohd Zaki</cp:lastModifiedBy>
  <cp:revision>5</cp:revision>
  <dcterms:created xsi:type="dcterms:W3CDTF">2024-10-03T10:07:08Z</dcterms:created>
  <dcterms:modified xsi:type="dcterms:W3CDTF">2024-10-04T11:14:54Z</dcterms:modified>
</cp:coreProperties>
</file>