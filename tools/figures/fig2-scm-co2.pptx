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12192000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5833"/>
  </p:normalViewPr>
  <p:slideViewPr>
    <p:cSldViewPr snapToGrid="0" snapToObjects="1">
      <p:cViewPr>
        <p:scale>
          <a:sx n="80" d="100"/>
          <a:sy n="80" d="100"/>
        </p:scale>
        <p:origin x="1704" y="-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767462"/>
            <a:ext cx="10363200" cy="375991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672376"/>
            <a:ext cx="9144000" cy="2607442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15079-DC77-7C4F-B238-98BF883713BA}" type="datetimeFigureOut">
              <a:rPr lang="en-US" smtClean="0"/>
              <a:t>9/24/24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BD3E2-6214-B541-98F0-1F0F52471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87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15079-DC77-7C4F-B238-98BF883713BA}" type="datetimeFigureOut">
              <a:rPr lang="en-US" smtClean="0"/>
              <a:t>9/24/24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BD3E2-6214-B541-98F0-1F0F52471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262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692444"/>
            <a:ext cx="10515600" cy="4492401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7227345"/>
            <a:ext cx="10515600" cy="2362447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15079-DC77-7C4F-B238-98BF883713BA}" type="datetimeFigureOut">
              <a:rPr lang="en-US" smtClean="0"/>
              <a:t>9/24/24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BD3E2-6214-B541-98F0-1F0F52471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621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874937"/>
            <a:ext cx="5181600" cy="68523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874937"/>
            <a:ext cx="5181600" cy="68523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15079-DC77-7C4F-B238-98BF883713BA}" type="datetimeFigureOut">
              <a:rPr lang="en-US" smtClean="0"/>
              <a:t>9/24/24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BD3E2-6214-B541-98F0-1F0F52471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492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74990"/>
            <a:ext cx="10515600" cy="208745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647443"/>
            <a:ext cx="5157787" cy="129747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3944914"/>
            <a:ext cx="5157787" cy="58023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647443"/>
            <a:ext cx="5183188" cy="129747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3944914"/>
            <a:ext cx="5183188" cy="58023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15079-DC77-7C4F-B238-98BF883713BA}" type="datetimeFigureOut">
              <a:rPr lang="en-US" smtClean="0"/>
              <a:t>9/24/24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BD3E2-6214-B541-98F0-1F0F52471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062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15079-DC77-7C4F-B238-98BF883713BA}" type="datetimeFigureOut">
              <a:rPr lang="en-US" smtClean="0"/>
              <a:t>9/24/24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BD3E2-6214-B541-98F0-1F0F52471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111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15079-DC77-7C4F-B238-98BF883713BA}" type="datetimeFigureOut">
              <a:rPr lang="en-US" smtClean="0"/>
              <a:t>9/24/24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BD3E2-6214-B541-98F0-1F0F52471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570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719984"/>
            <a:ext cx="3932237" cy="2519945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554968"/>
            <a:ext cx="6172200" cy="7674832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239929"/>
            <a:ext cx="3932237" cy="6002369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15079-DC77-7C4F-B238-98BF883713BA}" type="datetimeFigureOut">
              <a:rPr lang="en-US" smtClean="0"/>
              <a:t>9/24/24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BD3E2-6214-B541-98F0-1F0F52471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650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719984"/>
            <a:ext cx="3932237" cy="2519945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554968"/>
            <a:ext cx="6172200" cy="7674832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239929"/>
            <a:ext cx="3932237" cy="6002369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15079-DC77-7C4F-B238-98BF883713BA}" type="datetimeFigureOut">
              <a:rPr lang="en-US" smtClean="0"/>
              <a:t>9/24/24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BD3E2-6214-B541-98F0-1F0F52471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439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15079-DC77-7C4F-B238-98BF883713BA}" type="datetimeFigureOut">
              <a:rPr lang="en-US" smtClean="0"/>
              <a:t>9/24/24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BD3E2-6214-B541-98F0-1F0F52471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75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574987"/>
            <a:ext cx="2628900" cy="91523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574987"/>
            <a:ext cx="7734300" cy="91523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15079-DC77-7C4F-B238-98BF883713BA}" type="datetimeFigureOut">
              <a:rPr lang="en-US" smtClean="0"/>
              <a:t>9/24/24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BD3E2-6214-B541-98F0-1F0F52471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32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574990"/>
            <a:ext cx="10515600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874937"/>
            <a:ext cx="10515600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0009783"/>
            <a:ext cx="2743200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D15079-DC77-7C4F-B238-98BF883713BA}" type="datetimeFigureOut">
              <a:rPr lang="en-US" smtClean="0"/>
              <a:t>9/24/24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0009783"/>
            <a:ext cx="4114800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0009783"/>
            <a:ext cx="2743200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EBD3E2-6214-B541-98F0-1F0F52471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799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4DC1778C-0FC9-1947-8F4D-2BC4983587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1" y="5150575"/>
            <a:ext cx="11988800" cy="49911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99E48D0-8970-2144-B368-025EBF2F51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261" y="1357289"/>
            <a:ext cx="11684000" cy="4445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9A69C15-F0EA-FB40-9434-92B5110A9DAD}"/>
              </a:ext>
            </a:extLst>
          </p:cNvPr>
          <p:cNvSpPr/>
          <p:nvPr/>
        </p:nvSpPr>
        <p:spPr>
          <a:xfrm>
            <a:off x="6354418" y="5360125"/>
            <a:ext cx="583096" cy="4087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846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Mohd Zaki</dc:creator>
  <cp:lastModifiedBy>Mohd Zaki</cp:lastModifiedBy>
  <cp:revision>1</cp:revision>
  <dcterms:created xsi:type="dcterms:W3CDTF">2024-09-24T17:55:04Z</dcterms:created>
  <dcterms:modified xsi:type="dcterms:W3CDTF">2024-09-24T18:34:30Z</dcterms:modified>
</cp:coreProperties>
</file>