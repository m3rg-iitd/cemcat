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0"/>
  </p:normalViewPr>
  <p:slideViewPr>
    <p:cSldViewPr snapToGrid="0">
      <p:cViewPr varScale="1">
        <p:scale>
          <a:sx n="118" d="100"/>
          <a:sy n="118" d="100"/>
        </p:scale>
        <p:origin x="5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2013-A627-0A17-6542-CD034A2AD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85E26-739B-4886-DBEC-AFFE65D6A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01597-0A46-5C51-9468-80D78E44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DE298-B1FA-3B33-45B7-048C976B5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A03E3-4F7E-C93D-C5FB-AB3C4BE5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8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C679-2CC8-8177-FE58-6D7BA48D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D6818-BF60-5DD0-7EBC-FB0C3BCA5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9917C-EF9C-248E-0F5F-38769880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C78E-0925-D3A8-8389-9C1D82D39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57DC6-C9CA-8757-4075-DDE86E82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27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D9A2-9546-705A-F0B1-8D236C25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F4ACE-C647-C95A-6CBF-B4AEA8D83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00E2A-AF52-C6F4-DA76-54DA7E70B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EF071-CEDB-1ACC-B78D-D7C2C33D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FEC3C-EA02-7A97-DC1E-AE983804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9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7243-9E50-E99D-D5C3-081F0C0C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9719E-A264-F071-E8D9-F38EDA803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F9C33-0C72-146B-E56B-C29EC3C21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16563-DB5A-593B-616E-5AF2D218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07B39-7FFD-7020-771C-17781C908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11AD6-8500-90BA-4411-180900BD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1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6AF1-EBA4-3F5C-9463-3F400170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B6ABA-5CBB-4258-0C49-E6DB256F1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70E21-FDBA-D16B-3FCF-4559A1702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3F01C-301B-2E11-63C8-CB7FB7481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98A50D-7E5C-4164-FCCB-F701620AF2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694125-7E17-90BF-E2BA-0ED32CE38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A208C-CEF8-F84B-490D-31FFE65B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72374-2BAB-95CD-C518-EA4329B6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07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CF59-62EC-18A1-EF4B-1B37FE3C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7BDCD-B670-F490-2705-CE91FAAF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95D457-D214-1A75-402F-3E0B03C9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E5544-03A7-6A0F-6376-4E64389A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20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AE15D-A9F1-111D-03B3-710F126B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4060F-3DE1-8038-26AE-402B7B59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BFC2B-79E7-6856-E963-BAE16021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3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B6B5-04F7-2CF5-5652-991C7420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191DE-E3BD-9D4E-5059-F0ED548A1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CFB65-1AAB-DB4A-EF13-A87CE66A4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1A62F-895F-15F8-59C7-7E0CF60E8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74C54-F1EA-8A91-9BAC-EBF7211A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8670D-4047-5127-A3A2-5F362DDE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82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1B75-1C09-7810-AAB6-C589A32FA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D5142-1D84-A402-ECD2-4BD9AE328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DC5ED-7111-FBF8-9694-53966AB6C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CB338-9EB9-2818-5A0B-395EA74A4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843CE-9A9D-FD50-5D4A-4BAA91D4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C99EE-F1EC-FCAE-D4EF-CECDE54D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6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8064-79AC-225D-3F0A-0FEE0514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322DF-6D6C-4446-1EB3-2515B01FE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65872-D687-791B-5D5C-67325FAD7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36411-8B22-A0EE-C953-F003A782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43ECF-2CCB-00D9-E7E0-94696208F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57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686621-1988-9D6A-5314-F8143D3D1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2BCDD-3AFF-7FF8-B9D5-8DE454225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23F6E-4CAC-25F0-949A-9453ECB2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55712-172B-F456-603B-0269BAC2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0045C-22AF-E37C-4EF8-748735A8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2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7E621-45D4-A40C-82FE-90BC498E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D2CCC-3F98-D163-D3E6-7DA3A0587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A1BF0-CE3A-15F1-D2CC-DE92A44AD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36182-64EC-1DBE-58A0-FAC1F4EBD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02373-5382-E3FD-22F3-57CB4CB21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5D2BF1-9DD5-0075-31DD-81C42C4CAE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328"/>
          <a:stretch/>
        </p:blipFill>
        <p:spPr>
          <a:xfrm>
            <a:off x="381000" y="574172"/>
            <a:ext cx="6270171" cy="40691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16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ACFB6D-0A37-12A7-A4E6-03A47E8EB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093" y="805543"/>
            <a:ext cx="3780000" cy="54022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3E7AAA-752E-74FC-16E9-E5175F77C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028" y="805543"/>
            <a:ext cx="3780000" cy="54022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E893DB-A4EC-FA4D-E647-2C1B2A6E4551}"/>
              </a:ext>
            </a:extLst>
          </p:cNvPr>
          <p:cNvSpPr txBox="1"/>
          <p:nvPr/>
        </p:nvSpPr>
        <p:spPr>
          <a:xfrm>
            <a:off x="5344886" y="805543"/>
            <a:ext cx="566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7577B-BD39-9C0C-7A7A-CDC5B236802E}"/>
              </a:ext>
            </a:extLst>
          </p:cNvPr>
          <p:cNvSpPr txBox="1"/>
          <p:nvPr/>
        </p:nvSpPr>
        <p:spPr>
          <a:xfrm>
            <a:off x="9211971" y="805543"/>
            <a:ext cx="566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937325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6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Mohd Zaki</dc:creator>
  <cp:lastModifiedBy>Mohd Zaki</cp:lastModifiedBy>
  <cp:revision>1</cp:revision>
  <dcterms:created xsi:type="dcterms:W3CDTF">2026-03-24T12:22:45Z</dcterms:created>
  <dcterms:modified xsi:type="dcterms:W3CDTF">2026-03-24T14:32:04Z</dcterms:modified>
</cp:coreProperties>
</file>