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2"/>
  </p:normalViewPr>
  <p:slideViewPr>
    <p:cSldViewPr snapToGrid="0" snapToObjects="1">
      <p:cViewPr>
        <p:scale>
          <a:sx n="131" d="100"/>
          <a:sy n="131" d="100"/>
        </p:scale>
        <p:origin x="-248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DEFAE-D3F8-B849-BE1B-DAF92B659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4FB5E-672B-4B46-B466-3083EFACF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90356-89DD-9948-ABC2-6B271E451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715FE-AECC-CD4D-9509-D72EF36E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6316B-9DFC-F946-9054-2871AF92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7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10ED7-AEA4-8748-A57B-CDF1D436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B1CFD-C96D-6147-9158-A976DF0A8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20CA9-B637-3A4F-BF89-B9CC7C1CD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DC6DC-904B-3541-A2C4-ABE931AE1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A373C-9586-E04A-8083-3C6FF896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6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EDD9F-ED25-0E48-B69C-F07FD5D6C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6459E-9313-3145-A17F-5930ADA80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3606C-A768-9244-9633-484FB282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8350-881E-724C-A31A-3F3CDA983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A33C3-1382-9141-AE47-57FFC857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6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7D77-4091-3347-9BD3-323E3C8BE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5E6C3-B762-6F49-9204-989259EBD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E89E0-E54A-2145-8EEF-80D1A146F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75FB7-CE71-C441-B8A2-1F61E5019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E7270-4D87-A04B-94A0-E44AB9E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11160-1ACD-6C41-A64E-AE27BF3A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62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98240-0B6D-3843-BCDC-1855F0721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4BEF5-4FC2-064A-AA8D-51380E167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BF43D-B5E8-1B44-9B24-89BCA1066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BDB8DF-3E07-564E-BD90-63B3BF209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6D600-F834-0744-9E30-DC1744307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971C9-0272-DE4F-8A18-8F192023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3618F-510E-024C-A0FF-040D61F0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47A28C-AF32-B143-9E75-B8B1BA3B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8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FB23-7E5A-504F-8C60-8E1C91C9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E9F7F-71BC-9146-B7E2-49ABFE8F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92A13-B705-4043-B197-A645CA961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E13A2-A849-E94F-B458-F90E116B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2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B92BE1-9CF7-C24E-9A42-DE38A927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49F85-FE8C-BA44-A635-E22CB8A56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3FE0B-DE6C-4D44-935C-16539359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70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0FB7-6A22-BB43-ADC8-8B40BD74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FE91-9591-6C47-9D68-75A9BA55F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75AE1-090F-7744-AFC9-886D30843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BC836-D6E5-D745-B050-9634DBE0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59C4D-65CD-9845-8CB3-498976979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524D6-247F-3A4A-9327-D2B3FD0B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7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792B-5357-9748-8D9A-05295CE5F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2E3DE2-6E1F-A345-A95E-27FC56F7A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D850A-D4E4-5044-A520-29F2D2D6F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CEFA4-4C83-B548-AF9D-97AB371F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C5EF6-5064-A84B-ABA4-760C2B1D1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D5CEF-AC35-6F4F-AFE4-73F9E483B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56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6ABF7-BFEB-E343-8CF4-FCC01884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38409-13F0-6344-9E29-5865AF07C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91750-73CD-4842-851F-2D4533508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CC0FA-2CE4-BA46-849B-8A71E7C09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529BC-495D-DB4E-82E1-08EC85C6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09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0F759-3C24-5B4D-97EB-C7F54702F5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6DAB8-703A-E44A-97C8-265F725B0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7D048-4B9C-FF49-8BCC-04991548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F1EEF-5929-E847-B2ED-940A43A9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3ECEC-1382-654A-8DD9-5CB8FBC0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2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3722C7-3735-1B4A-B1FB-9200CEB50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D53C9-E3D8-AC4E-9A3A-FF4ED896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339E-B764-1944-B6BE-261C1D197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A2C10-17BB-7F4C-94FB-E926C717A641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0ABF7-BC35-E54C-9BA8-816B1371A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DC262-874B-D346-9BC1-FD1C35276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756CA-1860-FC4A-A9BA-992CB0AA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FFCBFE-FECE-0E49-8C77-84C0E5D8E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273" y="698422"/>
            <a:ext cx="2527300" cy="223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A4ED0-08FE-934E-8038-2A3DF05B0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785" y="698422"/>
            <a:ext cx="2527300" cy="2235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2AC80E-C12E-8944-8A92-966EB0299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273" y="3094992"/>
            <a:ext cx="2527300" cy="2235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9768E1-FF9F-9246-AF8C-CDD9D40A4F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785" y="3094992"/>
            <a:ext cx="2527300" cy="2235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358031-A3C5-8D47-90D6-9F234DDBEEEC}"/>
              </a:ext>
            </a:extLst>
          </p:cNvPr>
          <p:cNvSpPr txBox="1"/>
          <p:nvPr/>
        </p:nvSpPr>
        <p:spPr>
          <a:xfrm>
            <a:off x="3206708" y="421423"/>
            <a:ext cx="379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824BF4-41A2-BE44-B837-F0D845CEB128}"/>
              </a:ext>
            </a:extLst>
          </p:cNvPr>
          <p:cNvSpPr txBox="1"/>
          <p:nvPr/>
        </p:nvSpPr>
        <p:spPr>
          <a:xfrm>
            <a:off x="5869138" y="425533"/>
            <a:ext cx="379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52A664-220F-0947-8F23-CF4A0398E418}"/>
              </a:ext>
            </a:extLst>
          </p:cNvPr>
          <p:cNvSpPr txBox="1"/>
          <p:nvPr/>
        </p:nvSpPr>
        <p:spPr>
          <a:xfrm>
            <a:off x="3206708" y="2822103"/>
            <a:ext cx="379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BC9B04-F7BB-344D-8710-FC067A557E2C}"/>
              </a:ext>
            </a:extLst>
          </p:cNvPr>
          <p:cNvSpPr txBox="1"/>
          <p:nvPr/>
        </p:nvSpPr>
        <p:spPr>
          <a:xfrm>
            <a:off x="5869138" y="2826213"/>
            <a:ext cx="379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3745182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Zaki</dc:creator>
  <cp:lastModifiedBy>Mohd Zaki</cp:lastModifiedBy>
  <cp:revision>1</cp:revision>
  <dcterms:created xsi:type="dcterms:W3CDTF">2024-10-04T14:31:46Z</dcterms:created>
  <dcterms:modified xsi:type="dcterms:W3CDTF">2024-10-04T14:42:34Z</dcterms:modified>
</cp:coreProperties>
</file>