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6"/>
  </p:normalViewPr>
  <p:slideViewPr>
    <p:cSldViewPr snapToGrid="0" snapToObjects="1">
      <p:cViewPr varScale="1">
        <p:scale>
          <a:sx n="101" d="100"/>
          <a:sy n="101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CD65-6782-C34F-B359-482C88ED5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4753F4-4A19-3E43-82C7-6CA80ACFB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819DC-1E93-5345-96DA-43306D60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A97B-2AE5-D843-AAC1-44F75A32665B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519A6-5F7F-A449-86D4-75C2D473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9E967-030D-8D46-9045-CE553C4CD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E2FEF-86BB-C244-8ADD-8A2976D2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91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A80AB-540E-874C-B8F1-FE313D5FF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A077E-E574-AA4B-9793-880A1BDD7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96851-2DE5-CE47-8EFE-9C695DBD5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A97B-2AE5-D843-AAC1-44F75A32665B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529AE-D65E-3C42-9739-9A4B1C787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74173-BAB0-CB4B-9579-60A42C6A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E2FEF-86BB-C244-8ADD-8A2976D2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24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5507-850F-F84F-8DA9-8CB3AC549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ADB1D-E334-1145-953A-3C3E1C3AE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20280-C155-6543-AE02-58A4114FA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A97B-2AE5-D843-AAC1-44F75A32665B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26EC2-8874-884D-9125-8DEADFCC5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DAA2A-3D25-9443-BAB5-D598F4E8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E2FEF-86BB-C244-8ADD-8A2976D2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33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71EE7-F3E5-C94C-8EA9-CD34F4F33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3EA07-141D-0445-AAC4-5E2374558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47C51-8510-F944-B023-8AF014680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126F0-7276-744D-A1A1-9F0B050B0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A97B-2AE5-D843-AAC1-44F75A32665B}" type="datetimeFigureOut">
              <a:rPr lang="en-US" smtClean="0"/>
              <a:t>10/3/24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B2CDA-6763-1A45-972D-9ADF2B4BA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1C297-B9F5-0741-9AE3-EED82C51D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E2FEF-86BB-C244-8ADD-8A2976D2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35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3191-FD01-F540-9D02-DC01D977F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5DDBA-6E21-AA42-B7F0-7B3643CE6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FEC91-F04E-9E46-B8D5-EB864CD4B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907650-1CCF-6948-8C4C-C2092CAAF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2EBB21-3E86-7249-BFBB-67AAF6923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FD2D55-D974-BF4D-92C0-597DEE1D7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A97B-2AE5-D843-AAC1-44F75A32665B}" type="datetimeFigureOut">
              <a:rPr lang="en-US" smtClean="0"/>
              <a:t>10/3/24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7C8FB9-7E7C-3248-8702-DC9D533A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C5F7BF-FBE7-5747-9187-667740D9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E2FEF-86BB-C244-8ADD-8A2976D2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5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149F7-1E2C-0D44-AE7A-393BC188C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0424E8-50CE-0B41-8AD7-90E758553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A97B-2AE5-D843-AAC1-44F75A32665B}" type="datetimeFigureOut">
              <a:rPr lang="en-US" smtClean="0"/>
              <a:t>10/3/24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2EFCD-5CB4-0A4C-905C-5FF7F5156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BED96-ED0D-6D45-9F74-2DE8C1C1D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E2FEF-86BB-C244-8ADD-8A2976D2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343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AA62F-7D38-1D42-8EF6-6D3D374DF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A97B-2AE5-D843-AAC1-44F75A32665B}" type="datetimeFigureOut">
              <a:rPr lang="en-US" smtClean="0"/>
              <a:t>10/3/24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7524A8-2FDA-FB42-A7A6-1D380E99D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9005E-F50E-854D-96BB-55BE72B5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E2FEF-86BB-C244-8ADD-8A2976D2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660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718BF-2084-C449-BC9E-B649D03D2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FB753-5A90-0C41-B254-8FA99EFCB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7EAAF-D561-B94D-BF1A-2B5AB0F2B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F0158-343F-CF4D-AE2A-B84A916CF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A97B-2AE5-D843-AAC1-44F75A32665B}" type="datetimeFigureOut">
              <a:rPr lang="en-US" smtClean="0"/>
              <a:t>10/3/24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5FC72-D695-1E4A-8282-5113FAD41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F28C5-9BDD-AB45-9724-8871D1DCE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E2FEF-86BB-C244-8ADD-8A2976D2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40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F46F-9A0A-C44A-A721-2918406D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664732-D9A1-2645-A336-8A5A9ACE93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5354C-8BDF-7E4D-A7EC-54B15C67C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3D422-AA57-8B4E-972F-22B9C7F4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A97B-2AE5-D843-AAC1-44F75A32665B}" type="datetimeFigureOut">
              <a:rPr lang="en-US" smtClean="0"/>
              <a:t>10/3/24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704B2-D4EF-A940-AEC1-E10B15BF9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BD887-FED4-6247-B68B-86391781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E2FEF-86BB-C244-8ADD-8A2976D2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826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FFDAB-767B-A346-8E79-974993A72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AF3AA-C3C2-6548-9C4D-A226EF296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94C53-02CA-984E-9EAE-AB330B9F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A97B-2AE5-D843-AAC1-44F75A32665B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0254A-7561-1E43-BF3E-50FC12FBE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52EC7-DCE2-5245-B647-8FBC44A52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E2FEF-86BB-C244-8ADD-8A2976D2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78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7188D7-F802-A844-9D0F-53444FAE76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C5756-2A0F-B649-87CE-96B40B889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C6437-8AEC-B946-8DAE-0863F500F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A97B-2AE5-D843-AAC1-44F75A32665B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FEE18-4193-824D-92B4-DC03936A9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AB06C-F0BC-494A-8C02-909EB15D1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E2FEF-86BB-C244-8ADD-8A2976D2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1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9B0C9-9263-2C45-8441-C96005D97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8DCC8-B6DB-2947-B663-D9B46530E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79F9A-8CA7-A745-A108-5D1F452697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A97B-2AE5-D843-AAC1-44F75A32665B}" type="datetimeFigureOut">
              <a:rPr lang="en-US" smtClean="0"/>
              <a:t>10/3/24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71434-21FE-C649-990F-57CC45A60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38E03-F33B-4142-892F-E44A399B2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E2FEF-86BB-C244-8ADD-8A2976D24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57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E0BF31-4550-1A4E-9BB1-1ECCDD6B4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277" y="463827"/>
            <a:ext cx="5657446" cy="3510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828BA2-A462-F048-B570-55EC3FE12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277" y="4255093"/>
            <a:ext cx="5657445" cy="18469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BDB9FB-8E18-1F4A-B5B1-2C9F0EAE266C}"/>
              </a:ext>
            </a:extLst>
          </p:cNvPr>
          <p:cNvSpPr txBox="1"/>
          <p:nvPr/>
        </p:nvSpPr>
        <p:spPr>
          <a:xfrm>
            <a:off x="3267277" y="556592"/>
            <a:ext cx="4698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BF627-C14D-E64F-A242-0ED1361585D2}"/>
              </a:ext>
            </a:extLst>
          </p:cNvPr>
          <p:cNvSpPr txBox="1"/>
          <p:nvPr/>
        </p:nvSpPr>
        <p:spPr>
          <a:xfrm>
            <a:off x="3267277" y="3790105"/>
            <a:ext cx="4698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005974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21A9EB-1A0B-2E49-A4CD-8AB84321F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014" y="2216150"/>
            <a:ext cx="3268436" cy="2148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ACCDB3-438F-6240-BD50-565CF2CD1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16150"/>
            <a:ext cx="2238248" cy="21482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DD8AB9-22B9-CC45-99A4-229964903FBE}"/>
              </a:ext>
            </a:extLst>
          </p:cNvPr>
          <p:cNvSpPr txBox="1"/>
          <p:nvPr/>
        </p:nvSpPr>
        <p:spPr>
          <a:xfrm>
            <a:off x="2364014" y="1877596"/>
            <a:ext cx="4698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7CAA92-82AD-FB4F-BAE7-163A03EE94D8}"/>
              </a:ext>
            </a:extLst>
          </p:cNvPr>
          <p:cNvSpPr txBox="1"/>
          <p:nvPr/>
        </p:nvSpPr>
        <p:spPr>
          <a:xfrm>
            <a:off x="6326996" y="1877596"/>
            <a:ext cx="4698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428091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Zaki</dc:creator>
  <cp:lastModifiedBy>Mohd Zaki</cp:lastModifiedBy>
  <cp:revision>2</cp:revision>
  <dcterms:created xsi:type="dcterms:W3CDTF">2024-10-03T06:07:02Z</dcterms:created>
  <dcterms:modified xsi:type="dcterms:W3CDTF">2024-10-03T07:05:14Z</dcterms:modified>
</cp:coreProperties>
</file>