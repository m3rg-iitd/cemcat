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21383625" cy="30275213"/>
  <p:notesSz cx="6858000" cy="9144000"/>
  <p:defaultTextStyle>
    <a:defPPr>
      <a:defRPr lang="zh-CN"/>
    </a:defPPr>
    <a:lvl1pPr algn="l" defTabSz="2952077" rtl="0" eaLnBrk="0" fontAlgn="base" hangingPunct="0">
      <a:spcBef>
        <a:spcPct val="0"/>
      </a:spcBef>
      <a:spcAft>
        <a:spcPct val="0"/>
      </a:spcAft>
      <a:defRPr sz="583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1pPr>
    <a:lvl2pPr marL="1476039" indent="-1066107" algn="l" defTabSz="2952077" rtl="0" eaLnBrk="0" fontAlgn="base" hangingPunct="0">
      <a:spcBef>
        <a:spcPct val="0"/>
      </a:spcBef>
      <a:spcAft>
        <a:spcPct val="0"/>
      </a:spcAft>
      <a:defRPr sz="583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2pPr>
    <a:lvl3pPr marL="2952077" indent="-2132213" algn="l" defTabSz="2952077" rtl="0" eaLnBrk="0" fontAlgn="base" hangingPunct="0">
      <a:spcBef>
        <a:spcPct val="0"/>
      </a:spcBef>
      <a:spcAft>
        <a:spcPct val="0"/>
      </a:spcAft>
      <a:defRPr sz="583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3pPr>
    <a:lvl4pPr marL="4426692" indent="-3196899" algn="l" defTabSz="2952077" rtl="0" eaLnBrk="0" fontAlgn="base" hangingPunct="0">
      <a:spcBef>
        <a:spcPct val="0"/>
      </a:spcBef>
      <a:spcAft>
        <a:spcPct val="0"/>
      </a:spcAft>
      <a:defRPr sz="583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4pPr>
    <a:lvl5pPr marL="5902733" indent="-4263006" algn="l" defTabSz="2952077" rtl="0" eaLnBrk="0" fontAlgn="base" hangingPunct="0">
      <a:spcBef>
        <a:spcPct val="0"/>
      </a:spcBef>
      <a:spcAft>
        <a:spcPct val="0"/>
      </a:spcAft>
      <a:defRPr sz="583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5pPr>
    <a:lvl6pPr marL="2049660" algn="l" defTabSz="819861" rtl="0" eaLnBrk="1" latinLnBrk="0" hangingPunct="1">
      <a:defRPr sz="583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6pPr>
    <a:lvl7pPr marL="2459589" algn="l" defTabSz="819861" rtl="0" eaLnBrk="1" latinLnBrk="0" hangingPunct="1">
      <a:defRPr sz="583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7pPr>
    <a:lvl8pPr marL="2869521" algn="l" defTabSz="819861" rtl="0" eaLnBrk="1" latinLnBrk="0" hangingPunct="1">
      <a:defRPr sz="583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8pPr>
    <a:lvl9pPr marL="3279456" algn="l" defTabSz="819861" rtl="0" eaLnBrk="1" latinLnBrk="0" hangingPunct="1">
      <a:defRPr sz="583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6" userDrawn="1">
          <p15:clr>
            <a:srgbClr val="A4A3A4"/>
          </p15:clr>
        </p15:guide>
        <p15:guide id="2" pos="67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20" autoAdjust="0"/>
    <p:restoredTop sz="94299" autoAdjust="0"/>
  </p:normalViewPr>
  <p:slideViewPr>
    <p:cSldViewPr>
      <p:cViewPr>
        <p:scale>
          <a:sx n="71" d="100"/>
          <a:sy n="71" d="100"/>
        </p:scale>
        <p:origin x="496" y="-7720"/>
      </p:cViewPr>
      <p:guideLst>
        <p:guide orient="horz" pos="9536"/>
        <p:guide pos="67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Header Placeholder 1">
            <a:extLst>
              <a:ext uri="{FF2B5EF4-FFF2-40B4-BE49-F238E27FC236}">
                <a16:creationId xmlns:a16="http://schemas.microsoft.com/office/drawing/2014/main" id="{20A36859-7AEB-15AE-D347-F41EE930FB38}"/>
              </a:ext>
            </a:extLst>
          </p:cNvPr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Date Placeholder 2">
            <a:extLst>
              <a:ext uri="{FF2B5EF4-FFF2-40B4-BE49-F238E27FC236}">
                <a16:creationId xmlns:a16="http://schemas.microsoft.com/office/drawing/2014/main" id="{561FFC69-49FB-AC0C-8ED4-6430CCCDFDC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206D4E05-C6E9-404A-8C01-59C45F008F19}" type="datetime1">
              <a:rPr lang="en-US"/>
              <a:pPr>
                <a:defRPr/>
              </a:pPr>
              <a:t>9/29/24</a:t>
            </a:fld>
            <a:endParaRPr lang="en-US" sz="1200"/>
          </a:p>
        </p:txBody>
      </p:sp>
      <p:sp>
        <p:nvSpPr>
          <p:cNvPr id="2052" name="Slide Image Placeholder 3">
            <a:extLst>
              <a:ext uri="{FF2B5EF4-FFF2-40B4-BE49-F238E27FC236}">
                <a16:creationId xmlns:a16="http://schemas.microsoft.com/office/drawing/2014/main" id="{5A4F51DE-2866-47EA-A945-331DE61162C4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2219325" y="685800"/>
            <a:ext cx="241935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</p:sp>
      <p:sp>
        <p:nvSpPr>
          <p:cNvPr id="3077" name="Notes Placeholder 4">
            <a:extLst>
              <a:ext uri="{FF2B5EF4-FFF2-40B4-BE49-F238E27FC236}">
                <a16:creationId xmlns:a16="http://schemas.microsoft.com/office/drawing/2014/main" id="{759E2053-1887-288D-8AED-7E32B63F1C8B}"/>
              </a:ext>
            </a:extLst>
          </p:cNvPr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defTabSz="0" eaLnBrk="0" hangingPunct="0">
              <a:defRPr sz="65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defTabSz="0" eaLnBrk="0" hangingPunct="0">
              <a:defRPr sz="65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defTabSz="0" eaLnBrk="0" hangingPunct="0">
              <a:defRPr sz="65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defTabSz="0" eaLnBrk="0" hangingPunct="0">
              <a:defRPr sz="65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defTabSz="0" eaLnBrk="0" hangingPunct="0">
              <a:defRPr sz="65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65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65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65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65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spcBef>
                <a:spcPct val="30000"/>
              </a:spcBef>
              <a:defRPr/>
            </a:pPr>
            <a:r>
              <a:rPr lang="en-US" altLang="zh-CN" sz="1200"/>
              <a:t>Click to edit Master text styles</a:t>
            </a:r>
          </a:p>
          <a:p>
            <a:pPr>
              <a:spcBef>
                <a:spcPct val="30000"/>
              </a:spcBef>
              <a:defRPr/>
            </a:pPr>
            <a:r>
              <a:rPr lang="en-US" altLang="zh-CN" sz="1200"/>
              <a:t>Second level</a:t>
            </a:r>
          </a:p>
          <a:p>
            <a:pPr>
              <a:spcBef>
                <a:spcPct val="30000"/>
              </a:spcBef>
              <a:defRPr/>
            </a:pPr>
            <a:r>
              <a:rPr lang="en-US" altLang="zh-CN" sz="1200"/>
              <a:t>Third level</a:t>
            </a:r>
          </a:p>
          <a:p>
            <a:pPr>
              <a:spcBef>
                <a:spcPct val="30000"/>
              </a:spcBef>
              <a:defRPr/>
            </a:pPr>
            <a:r>
              <a:rPr lang="en-US" altLang="zh-CN" sz="1200"/>
              <a:t>Fourth level</a:t>
            </a:r>
          </a:p>
          <a:p>
            <a:pPr>
              <a:spcBef>
                <a:spcPct val="30000"/>
              </a:spcBef>
              <a:defRPr/>
            </a:pPr>
            <a:r>
              <a:rPr lang="en-US" altLang="zh-CN" sz="1200"/>
              <a:t>Fifth level</a:t>
            </a:r>
          </a:p>
        </p:txBody>
      </p:sp>
      <p:sp>
        <p:nvSpPr>
          <p:cNvPr id="2054" name="Footer Placeholder 5">
            <a:extLst>
              <a:ext uri="{FF2B5EF4-FFF2-40B4-BE49-F238E27FC236}">
                <a16:creationId xmlns:a16="http://schemas.microsoft.com/office/drawing/2014/main" id="{0E5097BA-4C45-9FAF-1F85-ED51C64BF1F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Slide Number Placeholder 6">
            <a:extLst>
              <a:ext uri="{FF2B5EF4-FFF2-40B4-BE49-F238E27FC236}">
                <a16:creationId xmlns:a16="http://schemas.microsoft.com/office/drawing/2014/main" id="{0F900197-0E9D-E7C9-9460-B6B812F38C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28DCBE30-9320-45D0-8AB7-0F826E7B814D}" type="slidenum">
              <a:rPr lang="en-US" altLang="en-US"/>
              <a:pPr>
                <a:defRPr/>
              </a:pPr>
              <a:t>‹#›</a:t>
            </a:fld>
            <a:endParaRPr lang="en-US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075" kern="1200">
        <a:solidFill>
          <a:schemeClr val="tx1"/>
        </a:solidFill>
        <a:latin typeface="Arial" pitchFamily="34" charset="0"/>
        <a:ea typeface="SimSun" panose="02010600030101010101" pitchFamily="2" charset="-122"/>
        <a:cs typeface="+mn-cs"/>
      </a:defRPr>
    </a:lvl1pPr>
    <a:lvl2pPr marL="409932" algn="l" defTabSz="0" rtl="0" eaLnBrk="0" fontAlgn="base" hangingPunct="0">
      <a:spcBef>
        <a:spcPct val="30000"/>
      </a:spcBef>
      <a:spcAft>
        <a:spcPct val="0"/>
      </a:spcAft>
      <a:defRPr sz="1075" kern="1200">
        <a:solidFill>
          <a:schemeClr val="tx1"/>
        </a:solidFill>
        <a:latin typeface="Arial" pitchFamily="34" charset="0"/>
        <a:ea typeface="SimSun" panose="02010600030101010101" pitchFamily="2" charset="-122"/>
        <a:cs typeface="+mn-cs"/>
      </a:defRPr>
    </a:lvl2pPr>
    <a:lvl3pPr marL="819861" algn="l" defTabSz="0" rtl="0" eaLnBrk="0" fontAlgn="base" hangingPunct="0">
      <a:spcBef>
        <a:spcPct val="30000"/>
      </a:spcBef>
      <a:spcAft>
        <a:spcPct val="0"/>
      </a:spcAft>
      <a:defRPr sz="1075" kern="1200">
        <a:solidFill>
          <a:schemeClr val="tx1"/>
        </a:solidFill>
        <a:latin typeface="Arial" pitchFamily="34" charset="0"/>
        <a:ea typeface="SimSun" panose="02010600030101010101" pitchFamily="2" charset="-122"/>
        <a:cs typeface="+mn-cs"/>
      </a:defRPr>
    </a:lvl3pPr>
    <a:lvl4pPr marL="1229796" algn="l" defTabSz="0" rtl="0" eaLnBrk="0" fontAlgn="base" hangingPunct="0">
      <a:spcBef>
        <a:spcPct val="30000"/>
      </a:spcBef>
      <a:spcAft>
        <a:spcPct val="0"/>
      </a:spcAft>
      <a:defRPr sz="1075" kern="1200">
        <a:solidFill>
          <a:schemeClr val="tx1"/>
        </a:solidFill>
        <a:latin typeface="Arial" pitchFamily="34" charset="0"/>
        <a:ea typeface="SimSun" panose="02010600030101010101" pitchFamily="2" charset="-122"/>
        <a:cs typeface="+mn-cs"/>
      </a:defRPr>
    </a:lvl4pPr>
    <a:lvl5pPr marL="1639728" algn="l" defTabSz="0" rtl="0" eaLnBrk="0" fontAlgn="base" hangingPunct="0">
      <a:spcBef>
        <a:spcPct val="30000"/>
      </a:spcBef>
      <a:spcAft>
        <a:spcPct val="0"/>
      </a:spcAft>
      <a:defRPr sz="1075" kern="1200">
        <a:solidFill>
          <a:schemeClr val="tx1"/>
        </a:solidFill>
        <a:latin typeface="Arial" pitchFamily="34" charset="0"/>
        <a:ea typeface="SimSun" panose="02010600030101010101" pitchFamily="2" charset="-122"/>
        <a:cs typeface="+mn-cs"/>
      </a:defRPr>
    </a:lvl5pPr>
    <a:lvl6pPr marL="2049660" algn="l" defTabSz="819861" rtl="0" eaLnBrk="1" latinLnBrk="0" hangingPunct="1">
      <a:defRPr sz="1075" kern="1200">
        <a:solidFill>
          <a:schemeClr val="tx1"/>
        </a:solidFill>
        <a:latin typeface="+mn-lt"/>
        <a:ea typeface="+mn-ea"/>
        <a:cs typeface="+mn-cs"/>
      </a:defRPr>
    </a:lvl6pPr>
    <a:lvl7pPr marL="2459589" algn="l" defTabSz="819861" rtl="0" eaLnBrk="1" latinLnBrk="0" hangingPunct="1">
      <a:defRPr sz="1075" kern="1200">
        <a:solidFill>
          <a:schemeClr val="tx1"/>
        </a:solidFill>
        <a:latin typeface="+mn-lt"/>
        <a:ea typeface="+mn-ea"/>
        <a:cs typeface="+mn-cs"/>
      </a:defRPr>
    </a:lvl7pPr>
    <a:lvl8pPr marL="2869521" algn="l" defTabSz="819861" rtl="0" eaLnBrk="1" latinLnBrk="0" hangingPunct="1">
      <a:defRPr sz="1075" kern="1200">
        <a:solidFill>
          <a:schemeClr val="tx1"/>
        </a:solidFill>
        <a:latin typeface="+mn-lt"/>
        <a:ea typeface="+mn-ea"/>
        <a:cs typeface="+mn-cs"/>
      </a:defRPr>
    </a:lvl8pPr>
    <a:lvl9pPr marL="3279456" algn="l" defTabSz="819861" rtl="0" eaLnBrk="1" latinLnBrk="0" hangingPunct="1">
      <a:defRPr sz="107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206D4E05-C6E9-404A-8C01-59C45F008F19}" type="datetime1">
              <a:rPr lang="en-US" smtClean="0"/>
              <a:pPr>
                <a:defRPr/>
              </a:pPr>
              <a:t>9/29/24</a:t>
            </a:fld>
            <a:endParaRPr lang="en-US" sz="12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8DCBE30-9320-45D0-8AB7-0F826E7B814D}" type="slidenum">
              <a:rPr lang="en-US" altLang="en-US" smtClean="0"/>
              <a:pPr>
                <a:defRPr/>
              </a:pPr>
              <a:t>1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572960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281" y="9404532"/>
            <a:ext cx="18177088" cy="64893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7803" y="17155327"/>
            <a:ext cx="14968032" cy="7738254"/>
          </a:xfrm>
        </p:spPr>
        <p:txBody>
          <a:bodyPr/>
          <a:lstStyle>
            <a:lvl1pPr marL="0" indent="0" algn="ctr">
              <a:buNone/>
              <a:defRPr/>
            </a:lvl1pPr>
            <a:lvl2pPr marL="116228" indent="0" algn="ctr">
              <a:buNone/>
              <a:defRPr/>
            </a:lvl2pPr>
            <a:lvl3pPr marL="232455" indent="0" algn="ctr">
              <a:buNone/>
              <a:defRPr/>
            </a:lvl3pPr>
            <a:lvl4pPr marL="348683" indent="0" algn="ctr">
              <a:buNone/>
              <a:defRPr/>
            </a:lvl4pPr>
            <a:lvl5pPr marL="464907" indent="0" algn="ctr">
              <a:buNone/>
              <a:defRPr/>
            </a:lvl5pPr>
            <a:lvl6pPr marL="581135" indent="0" algn="ctr">
              <a:buNone/>
              <a:defRPr/>
            </a:lvl6pPr>
            <a:lvl7pPr marL="697363" indent="0" algn="ctr">
              <a:buNone/>
              <a:defRPr/>
            </a:lvl7pPr>
            <a:lvl8pPr marL="813590" indent="0" algn="ctr">
              <a:buNone/>
              <a:defRPr/>
            </a:lvl8pPr>
            <a:lvl9pPr marL="929818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776F6-7873-9D63-9CA2-EB0E1347A4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BCB21C-2112-4DBB-9945-10D68D4EEE69}" type="datetime1">
              <a:rPr lang="en-US" altLang="en-US"/>
              <a:pPr>
                <a:defRPr/>
              </a:pPr>
              <a:t>9/29/24</a:t>
            </a:fld>
            <a:endParaRPr lang="en-US" sz="457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C84C1-2D91-46D7-BB76-F4C7685D51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05B17-E273-12D4-A0CF-E2D79319E8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306E59-2521-4692-B070-69BB92D50FEB}" type="slidenum">
              <a:rPr lang="en-US" altLang="en-US"/>
              <a:pPr>
                <a:defRPr/>
              </a:pPr>
              <a:t>‹#›</a:t>
            </a:fld>
            <a:endParaRPr lang="en-US" altLang="en-US" sz="457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895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B8A59-A0F7-C1C4-7B78-483EC7D7C4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4EC93B-1CF9-41F5-A15C-A93B2529A6C6}" type="datetime1">
              <a:rPr lang="en-US" altLang="en-US"/>
              <a:pPr>
                <a:defRPr/>
              </a:pPr>
              <a:t>9/29/24</a:t>
            </a:fld>
            <a:endParaRPr lang="en-US" sz="457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4F0F3-D067-6628-70B3-BF4FC21C2E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A70CA-A396-E4A8-FBFE-14D1E221F1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9272CC-2E42-4493-8320-FAF281FF9158}" type="slidenum">
              <a:rPr lang="en-US" altLang="en-US"/>
              <a:pPr>
                <a:defRPr/>
              </a:pPr>
              <a:t>‹#›</a:t>
            </a:fld>
            <a:endParaRPr lang="en-US" altLang="en-US" sz="457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483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8853" y="19453897"/>
            <a:ext cx="18175829" cy="6013936"/>
          </a:xfrm>
        </p:spPr>
        <p:txBody>
          <a:bodyPr anchor="t"/>
          <a:lstStyle>
            <a:lvl1pPr algn="l">
              <a:defRPr sz="101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8853" y="12831192"/>
            <a:ext cx="18175829" cy="6622704"/>
          </a:xfrm>
        </p:spPr>
        <p:txBody>
          <a:bodyPr anchor="b"/>
          <a:lstStyle>
            <a:lvl1pPr marL="0" indent="0">
              <a:buNone/>
              <a:defRPr sz="507"/>
            </a:lvl1pPr>
            <a:lvl2pPr marL="116228" indent="0">
              <a:buNone/>
              <a:defRPr sz="457"/>
            </a:lvl2pPr>
            <a:lvl3pPr marL="232455" indent="0">
              <a:buNone/>
              <a:defRPr sz="408"/>
            </a:lvl3pPr>
            <a:lvl4pPr marL="348683" indent="0">
              <a:buNone/>
              <a:defRPr sz="381"/>
            </a:lvl4pPr>
            <a:lvl5pPr marL="464907" indent="0">
              <a:buNone/>
              <a:defRPr sz="381"/>
            </a:lvl5pPr>
            <a:lvl6pPr marL="581135" indent="0">
              <a:buNone/>
              <a:defRPr sz="381"/>
            </a:lvl6pPr>
            <a:lvl7pPr marL="697363" indent="0">
              <a:buNone/>
              <a:defRPr sz="381"/>
            </a:lvl7pPr>
            <a:lvl8pPr marL="813590" indent="0">
              <a:buNone/>
              <a:defRPr sz="381"/>
            </a:lvl8pPr>
            <a:lvl9pPr marL="929818" indent="0">
              <a:buNone/>
              <a:defRPr sz="3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BFB13-8375-1294-5782-CDBC7C5B60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EDFC4F-44FB-4891-A2AC-8812A0345245}" type="datetime1">
              <a:rPr lang="en-US" altLang="en-US"/>
              <a:pPr>
                <a:defRPr/>
              </a:pPr>
              <a:t>9/29/24</a:t>
            </a:fld>
            <a:endParaRPr lang="en-US" sz="457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14ED0-0AC0-8897-78AB-0A2C51CE74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E006E-A27A-1B3B-74B5-DA1935E42B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60486E-839C-4BC2-B581-0E3078D15347}" type="slidenum">
              <a:rPr lang="en-US" altLang="en-US"/>
              <a:pPr>
                <a:defRPr/>
              </a:pPr>
              <a:t>‹#›</a:t>
            </a:fld>
            <a:endParaRPr lang="en-US" altLang="en-US" sz="457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456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677" y="7063601"/>
            <a:ext cx="9561729" cy="19981075"/>
          </a:xfrm>
        </p:spPr>
        <p:txBody>
          <a:bodyPr/>
          <a:lstStyle>
            <a:lvl1pPr>
              <a:defRPr sz="712"/>
            </a:lvl1pPr>
            <a:lvl2pPr>
              <a:defRPr sz="610"/>
            </a:lvl2pPr>
            <a:lvl3pPr>
              <a:defRPr sz="507"/>
            </a:lvl3pPr>
            <a:lvl4pPr>
              <a:defRPr sz="457"/>
            </a:lvl4pPr>
            <a:lvl5pPr>
              <a:defRPr sz="457"/>
            </a:lvl5pPr>
            <a:lvl6pPr>
              <a:defRPr sz="457"/>
            </a:lvl6pPr>
            <a:lvl7pPr>
              <a:defRPr sz="457"/>
            </a:lvl7pPr>
            <a:lvl8pPr>
              <a:defRPr sz="457"/>
            </a:lvl8pPr>
            <a:lvl9pPr>
              <a:defRPr sz="45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52219" y="7063601"/>
            <a:ext cx="9561729" cy="19981075"/>
          </a:xfrm>
        </p:spPr>
        <p:txBody>
          <a:bodyPr/>
          <a:lstStyle>
            <a:lvl1pPr>
              <a:defRPr sz="712"/>
            </a:lvl1pPr>
            <a:lvl2pPr>
              <a:defRPr sz="610"/>
            </a:lvl2pPr>
            <a:lvl3pPr>
              <a:defRPr sz="507"/>
            </a:lvl3pPr>
            <a:lvl4pPr>
              <a:defRPr sz="457"/>
            </a:lvl4pPr>
            <a:lvl5pPr>
              <a:defRPr sz="457"/>
            </a:lvl5pPr>
            <a:lvl6pPr>
              <a:defRPr sz="457"/>
            </a:lvl6pPr>
            <a:lvl7pPr>
              <a:defRPr sz="457"/>
            </a:lvl7pPr>
            <a:lvl8pPr>
              <a:defRPr sz="457"/>
            </a:lvl8pPr>
            <a:lvl9pPr>
              <a:defRPr sz="45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072CBA9-C266-7E25-4B4D-37D951C2AE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5C3EA7-F929-44C6-B446-6594D44CCE9E}" type="datetime1">
              <a:rPr lang="en-US" altLang="en-US"/>
              <a:pPr>
                <a:defRPr/>
              </a:pPr>
              <a:t>9/29/24</a:t>
            </a:fld>
            <a:endParaRPr lang="en-US" sz="457">
              <a:solidFill>
                <a:schemeClr val="tx1"/>
              </a:solidFill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1C8275B-0162-511D-80CC-D04DF7AD7F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7EEE4F9-5917-B53F-0E20-144D64A74D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16C58B-B1A6-4572-8297-BE8C63012A77}" type="slidenum">
              <a:rPr lang="en-US" altLang="en-US"/>
              <a:pPr>
                <a:defRPr/>
              </a:pPr>
              <a:t>‹#›</a:t>
            </a:fld>
            <a:endParaRPr lang="en-US" altLang="en-US" sz="457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404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689" y="6776475"/>
            <a:ext cx="9447197" cy="2824180"/>
          </a:xfrm>
        </p:spPr>
        <p:txBody>
          <a:bodyPr anchor="b"/>
          <a:lstStyle>
            <a:lvl1pPr marL="0" indent="0">
              <a:buNone/>
              <a:defRPr sz="610" b="1"/>
            </a:lvl1pPr>
            <a:lvl2pPr marL="116228" indent="0">
              <a:buNone/>
              <a:defRPr sz="507" b="1"/>
            </a:lvl2pPr>
            <a:lvl3pPr marL="232455" indent="0">
              <a:buNone/>
              <a:defRPr sz="457" b="1"/>
            </a:lvl3pPr>
            <a:lvl4pPr marL="348683" indent="0">
              <a:buNone/>
              <a:defRPr sz="408" b="1"/>
            </a:lvl4pPr>
            <a:lvl5pPr marL="464907" indent="0">
              <a:buNone/>
              <a:defRPr sz="408" b="1"/>
            </a:lvl5pPr>
            <a:lvl6pPr marL="581135" indent="0">
              <a:buNone/>
              <a:defRPr sz="408" b="1"/>
            </a:lvl6pPr>
            <a:lvl7pPr marL="697363" indent="0">
              <a:buNone/>
              <a:defRPr sz="408" b="1"/>
            </a:lvl7pPr>
            <a:lvl8pPr marL="813590" indent="0">
              <a:buNone/>
              <a:defRPr sz="408" b="1"/>
            </a:lvl8pPr>
            <a:lvl9pPr marL="929818" indent="0">
              <a:buNone/>
              <a:defRPr sz="4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689" y="9600646"/>
            <a:ext cx="9447197" cy="17444021"/>
          </a:xfrm>
        </p:spPr>
        <p:txBody>
          <a:bodyPr/>
          <a:lstStyle>
            <a:lvl1pPr>
              <a:defRPr sz="610"/>
            </a:lvl1pPr>
            <a:lvl2pPr>
              <a:defRPr sz="507"/>
            </a:lvl2pPr>
            <a:lvl3pPr>
              <a:defRPr sz="457"/>
            </a:lvl3pPr>
            <a:lvl4pPr>
              <a:defRPr sz="408"/>
            </a:lvl4pPr>
            <a:lvl5pPr>
              <a:defRPr sz="408"/>
            </a:lvl5pPr>
            <a:lvl6pPr>
              <a:defRPr sz="408"/>
            </a:lvl6pPr>
            <a:lvl7pPr>
              <a:defRPr sz="408"/>
            </a:lvl7pPr>
            <a:lvl8pPr>
              <a:defRPr sz="408"/>
            </a:lvl8pPr>
            <a:lvl9pPr>
              <a:defRPr sz="40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62959" y="6776475"/>
            <a:ext cx="9450976" cy="2824180"/>
          </a:xfrm>
        </p:spPr>
        <p:txBody>
          <a:bodyPr anchor="b"/>
          <a:lstStyle>
            <a:lvl1pPr marL="0" indent="0">
              <a:buNone/>
              <a:defRPr sz="610" b="1"/>
            </a:lvl1pPr>
            <a:lvl2pPr marL="116228" indent="0">
              <a:buNone/>
              <a:defRPr sz="507" b="1"/>
            </a:lvl2pPr>
            <a:lvl3pPr marL="232455" indent="0">
              <a:buNone/>
              <a:defRPr sz="457" b="1"/>
            </a:lvl3pPr>
            <a:lvl4pPr marL="348683" indent="0">
              <a:buNone/>
              <a:defRPr sz="408" b="1"/>
            </a:lvl4pPr>
            <a:lvl5pPr marL="464907" indent="0">
              <a:buNone/>
              <a:defRPr sz="408" b="1"/>
            </a:lvl5pPr>
            <a:lvl6pPr marL="581135" indent="0">
              <a:buNone/>
              <a:defRPr sz="408" b="1"/>
            </a:lvl6pPr>
            <a:lvl7pPr marL="697363" indent="0">
              <a:buNone/>
              <a:defRPr sz="408" b="1"/>
            </a:lvl7pPr>
            <a:lvl8pPr marL="813590" indent="0">
              <a:buNone/>
              <a:defRPr sz="408" b="1"/>
            </a:lvl8pPr>
            <a:lvl9pPr marL="929818" indent="0">
              <a:buNone/>
              <a:defRPr sz="4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62959" y="9600646"/>
            <a:ext cx="9450976" cy="17444021"/>
          </a:xfrm>
        </p:spPr>
        <p:txBody>
          <a:bodyPr/>
          <a:lstStyle>
            <a:lvl1pPr>
              <a:defRPr sz="610"/>
            </a:lvl1pPr>
            <a:lvl2pPr>
              <a:defRPr sz="507"/>
            </a:lvl2pPr>
            <a:lvl3pPr>
              <a:defRPr sz="457"/>
            </a:lvl3pPr>
            <a:lvl4pPr>
              <a:defRPr sz="408"/>
            </a:lvl4pPr>
            <a:lvl5pPr>
              <a:defRPr sz="408"/>
            </a:lvl5pPr>
            <a:lvl6pPr>
              <a:defRPr sz="408"/>
            </a:lvl6pPr>
            <a:lvl7pPr>
              <a:defRPr sz="408"/>
            </a:lvl7pPr>
            <a:lvl8pPr>
              <a:defRPr sz="408"/>
            </a:lvl8pPr>
            <a:lvl9pPr>
              <a:defRPr sz="40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E91C40A-E917-C7D1-F962-09E441E962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76835B-6CAE-4666-A0FD-D7EED64D9247}" type="datetime1">
              <a:rPr lang="en-US" altLang="en-US"/>
              <a:pPr>
                <a:defRPr/>
              </a:pPr>
              <a:t>9/29/24</a:t>
            </a:fld>
            <a:endParaRPr lang="en-US" sz="457">
              <a:solidFill>
                <a:schemeClr val="tx1"/>
              </a:solidFill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F2AD577-2443-AC41-C13B-7C5F132AAE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68032BD-6A87-C575-E9EE-2784B4DC1B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3AB06D-DD44-45C7-84E4-63A69AAA968E}" type="slidenum">
              <a:rPr lang="en-US" altLang="en-US"/>
              <a:pPr>
                <a:defRPr/>
              </a:pPr>
              <a:t>‹#›</a:t>
            </a:fld>
            <a:endParaRPr lang="en-US" altLang="en-US" sz="457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171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8C099FD-6CB0-E67A-6351-8C4B0522ED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0AA5A1-EA09-45D3-8CBD-ED1E5F466606}" type="datetime1">
              <a:rPr lang="en-US" altLang="en-US"/>
              <a:pPr>
                <a:defRPr/>
              </a:pPr>
              <a:t>9/29/24</a:t>
            </a:fld>
            <a:endParaRPr lang="en-US" sz="457">
              <a:solidFill>
                <a:schemeClr val="tx1"/>
              </a:solidFill>
            </a:endParaRP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2735556-151F-A55B-086B-6649936D7B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424294E-02F0-1844-EF96-2BBE9193A4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55B918-A4ED-4F1E-84B6-7CABA5A149E9}" type="slidenum">
              <a:rPr lang="en-US" altLang="en-US"/>
              <a:pPr>
                <a:defRPr/>
              </a:pPr>
              <a:t>‹#›</a:t>
            </a:fld>
            <a:endParaRPr lang="en-US" altLang="en-US" sz="457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7161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E9686DA-44FD-5119-7E9E-7BAE598F1E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315A79-3C8B-4B72-A5A2-D615854E312F}" type="datetime1">
              <a:rPr lang="en-US" altLang="en-US"/>
              <a:pPr>
                <a:defRPr/>
              </a:pPr>
              <a:t>9/29/24</a:t>
            </a:fld>
            <a:endParaRPr lang="en-US" sz="457">
              <a:solidFill>
                <a:schemeClr val="tx1"/>
              </a:solidFill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57DC83-704D-9D14-30DB-251A421DA9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B0BE00E-CBC1-91AB-57E0-34B74AB254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6FAEC7-4C7C-4D99-9D46-A1D1383C9297}" type="slidenum">
              <a:rPr lang="en-US" altLang="en-US"/>
              <a:pPr>
                <a:defRPr/>
              </a:pPr>
              <a:t>‹#›</a:t>
            </a:fld>
            <a:endParaRPr lang="en-US" altLang="en-US" sz="457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39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704" y="1204985"/>
            <a:ext cx="7034748" cy="5130594"/>
          </a:xfrm>
        </p:spPr>
        <p:txBody>
          <a:bodyPr anchor="b"/>
          <a:lstStyle>
            <a:lvl1pPr algn="l">
              <a:defRPr sz="50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59901" y="1204986"/>
            <a:ext cx="11954042" cy="25839680"/>
          </a:xfrm>
        </p:spPr>
        <p:txBody>
          <a:bodyPr/>
          <a:lstStyle>
            <a:lvl1pPr>
              <a:defRPr sz="811"/>
            </a:lvl1pPr>
            <a:lvl2pPr>
              <a:defRPr sz="712"/>
            </a:lvl2pPr>
            <a:lvl3pPr>
              <a:defRPr sz="610"/>
            </a:lvl3pPr>
            <a:lvl4pPr>
              <a:defRPr sz="507"/>
            </a:lvl4pPr>
            <a:lvl5pPr>
              <a:defRPr sz="507"/>
            </a:lvl5pPr>
            <a:lvl6pPr>
              <a:defRPr sz="507"/>
            </a:lvl6pPr>
            <a:lvl7pPr>
              <a:defRPr sz="507"/>
            </a:lvl7pPr>
            <a:lvl8pPr>
              <a:defRPr sz="507"/>
            </a:lvl8pPr>
            <a:lvl9pPr>
              <a:defRPr sz="5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9704" y="6335584"/>
            <a:ext cx="7034748" cy="20709086"/>
          </a:xfrm>
        </p:spPr>
        <p:txBody>
          <a:bodyPr/>
          <a:lstStyle>
            <a:lvl1pPr marL="0" indent="0">
              <a:buNone/>
              <a:defRPr sz="381"/>
            </a:lvl1pPr>
            <a:lvl2pPr marL="116228" indent="0">
              <a:buNone/>
              <a:defRPr sz="381"/>
            </a:lvl2pPr>
            <a:lvl3pPr marL="232455" indent="0">
              <a:buNone/>
              <a:defRPr sz="381"/>
            </a:lvl3pPr>
            <a:lvl4pPr marL="348683" indent="0">
              <a:buNone/>
              <a:defRPr sz="381"/>
            </a:lvl4pPr>
            <a:lvl5pPr marL="464907" indent="0">
              <a:buNone/>
              <a:defRPr sz="381"/>
            </a:lvl5pPr>
            <a:lvl6pPr marL="581135" indent="0">
              <a:buNone/>
              <a:defRPr sz="381"/>
            </a:lvl6pPr>
            <a:lvl7pPr marL="697363" indent="0">
              <a:buNone/>
              <a:defRPr sz="381"/>
            </a:lvl7pPr>
            <a:lvl8pPr marL="813590" indent="0">
              <a:buNone/>
              <a:defRPr sz="381"/>
            </a:lvl8pPr>
            <a:lvl9pPr marL="929818" indent="0">
              <a:buNone/>
              <a:defRPr sz="3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A5E6AE3-EBF1-2063-7D8A-7FF3ED24CE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930274-DBB6-480A-ADC9-B3BBF30D557D}" type="datetime1">
              <a:rPr lang="en-US" altLang="en-US"/>
              <a:pPr>
                <a:defRPr/>
              </a:pPr>
              <a:t>9/29/24</a:t>
            </a:fld>
            <a:endParaRPr lang="en-US" sz="457">
              <a:solidFill>
                <a:schemeClr val="tx1"/>
              </a:solidFill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89758FC-3AED-9806-26F5-A9594C4B4A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99DB9B1-8B54-26D4-2EB1-88DA887B9A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C45172-DDFC-4907-9E54-BC3B8F0FEB58}" type="slidenum">
              <a:rPr lang="en-US" altLang="en-US"/>
              <a:pPr>
                <a:defRPr/>
              </a:pPr>
              <a:t>‹#›</a:t>
            </a:fld>
            <a:endParaRPr lang="en-US" altLang="en-US" sz="457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70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901" y="21192334"/>
            <a:ext cx="12829926" cy="2502537"/>
          </a:xfrm>
        </p:spPr>
        <p:txBody>
          <a:bodyPr anchor="b"/>
          <a:lstStyle>
            <a:lvl1pPr algn="l">
              <a:defRPr sz="50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901" y="2704948"/>
            <a:ext cx="12829926" cy="18165754"/>
          </a:xfrm>
        </p:spPr>
        <p:txBody>
          <a:bodyPr/>
          <a:lstStyle>
            <a:lvl1pPr marL="0" indent="0">
              <a:buNone/>
              <a:defRPr sz="811"/>
            </a:lvl1pPr>
            <a:lvl2pPr marL="116228" indent="0">
              <a:buNone/>
              <a:defRPr sz="712"/>
            </a:lvl2pPr>
            <a:lvl3pPr marL="232455" indent="0">
              <a:buNone/>
              <a:defRPr sz="610"/>
            </a:lvl3pPr>
            <a:lvl4pPr marL="348683" indent="0">
              <a:buNone/>
              <a:defRPr sz="507"/>
            </a:lvl4pPr>
            <a:lvl5pPr marL="464907" indent="0">
              <a:buNone/>
              <a:defRPr sz="507"/>
            </a:lvl5pPr>
            <a:lvl6pPr marL="581135" indent="0">
              <a:buNone/>
              <a:defRPr sz="507"/>
            </a:lvl6pPr>
            <a:lvl7pPr marL="697363" indent="0">
              <a:buNone/>
              <a:defRPr sz="507"/>
            </a:lvl7pPr>
            <a:lvl8pPr marL="813590" indent="0">
              <a:buNone/>
              <a:defRPr sz="507"/>
            </a:lvl8pPr>
            <a:lvl9pPr marL="929818" indent="0">
              <a:buNone/>
              <a:defRPr sz="507"/>
            </a:lvl9pPr>
          </a:lstStyle>
          <a:p>
            <a:pPr lvl="0"/>
            <a:endParaRPr lang="en-US" noProof="0">
              <a:sym typeface="Calibri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901" y="23694885"/>
            <a:ext cx="12829926" cy="3552191"/>
          </a:xfrm>
        </p:spPr>
        <p:txBody>
          <a:bodyPr/>
          <a:lstStyle>
            <a:lvl1pPr marL="0" indent="0">
              <a:buNone/>
              <a:defRPr sz="381"/>
            </a:lvl1pPr>
            <a:lvl2pPr marL="116228" indent="0">
              <a:buNone/>
              <a:defRPr sz="381"/>
            </a:lvl2pPr>
            <a:lvl3pPr marL="232455" indent="0">
              <a:buNone/>
              <a:defRPr sz="381"/>
            </a:lvl3pPr>
            <a:lvl4pPr marL="348683" indent="0">
              <a:buNone/>
              <a:defRPr sz="381"/>
            </a:lvl4pPr>
            <a:lvl5pPr marL="464907" indent="0">
              <a:buNone/>
              <a:defRPr sz="381"/>
            </a:lvl5pPr>
            <a:lvl6pPr marL="581135" indent="0">
              <a:buNone/>
              <a:defRPr sz="381"/>
            </a:lvl6pPr>
            <a:lvl7pPr marL="697363" indent="0">
              <a:buNone/>
              <a:defRPr sz="381"/>
            </a:lvl7pPr>
            <a:lvl8pPr marL="813590" indent="0">
              <a:buNone/>
              <a:defRPr sz="381"/>
            </a:lvl8pPr>
            <a:lvl9pPr marL="929818" indent="0">
              <a:buNone/>
              <a:defRPr sz="3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083F108-4BE2-19D3-1026-632C07F48E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7DFC36-E7EB-4C21-826A-1B0FCE7C3B7A}" type="datetime1">
              <a:rPr lang="en-US" altLang="en-US"/>
              <a:pPr>
                <a:defRPr/>
              </a:pPr>
              <a:t>9/29/24</a:t>
            </a:fld>
            <a:endParaRPr lang="en-US" sz="457">
              <a:solidFill>
                <a:schemeClr val="tx1"/>
              </a:solidFill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0E53C4E-80B9-E125-4063-0630E419D2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5F1E664-B680-C787-5854-C80D4264E4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26F3ED-DE0A-463C-A61F-191633731F63}" type="slidenum">
              <a:rPr lang="en-US" altLang="en-US"/>
              <a:pPr>
                <a:defRPr/>
              </a:pPr>
              <a:t>‹#›</a:t>
            </a:fld>
            <a:endParaRPr lang="en-US" altLang="en-US" sz="457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2833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81015-EDB5-200E-06C5-58C984D719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5B14BD-267E-45F5-BC48-2584FA836DA7}" type="datetime1">
              <a:rPr lang="en-US" altLang="en-US"/>
              <a:pPr>
                <a:defRPr/>
              </a:pPr>
              <a:t>9/29/24</a:t>
            </a:fld>
            <a:endParaRPr lang="en-US" sz="457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3EAB6-4A8C-0348-E29E-2264D00909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59203-A3A8-F274-0B08-2A817DAA75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90CDD7-58AB-44AC-B0E6-78B609D7E498}" type="slidenum">
              <a:rPr lang="en-US" altLang="en-US"/>
              <a:pPr>
                <a:defRPr/>
              </a:pPr>
              <a:t>‹#›</a:t>
            </a:fld>
            <a:endParaRPr lang="en-US" altLang="en-US" sz="457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2563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02882" y="1212830"/>
            <a:ext cx="4811060" cy="258318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9690" y="1212830"/>
            <a:ext cx="14312386" cy="258318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3EBEA-7ACF-2F70-C557-D0EB726368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FC51C-F5ED-4AE5-83F6-044AE3562E8A}" type="datetime1">
              <a:rPr lang="en-US" altLang="en-US"/>
              <a:pPr>
                <a:defRPr/>
              </a:pPr>
              <a:t>9/29/24</a:t>
            </a:fld>
            <a:endParaRPr lang="en-US" sz="457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7D936-BA8C-EAE3-DF7F-76F40CD7D2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D239B-98AD-6CAB-50E6-8894A7C8BA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579247-1C3C-40A1-83D6-25B5DDC30F24}" type="slidenum">
              <a:rPr lang="en-US" altLang="en-US"/>
              <a:pPr>
                <a:defRPr/>
              </a:pPr>
              <a:t>‹#›</a:t>
            </a:fld>
            <a:endParaRPr lang="en-US" altLang="en-US" sz="457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218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690" y="1212830"/>
            <a:ext cx="19244258" cy="50458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B5D637F-0B24-896F-3238-A287A7BAC2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A7F3AC-73B4-4D26-B1EA-74C64A8E44D2}" type="datetime1">
              <a:rPr lang="en-US" altLang="en-US"/>
              <a:pPr>
                <a:defRPr/>
              </a:pPr>
              <a:t>9/29/24</a:t>
            </a:fld>
            <a:endParaRPr lang="en-US" sz="457">
              <a:solidFill>
                <a:schemeClr val="tx1"/>
              </a:solidFill>
            </a:endParaRP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554AE1C-FA18-D14E-4FC7-1CE9BAAC03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D9939DE-BE9E-D79B-3973-BEA830F6B0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3CB035-A91F-4439-9964-003B4DEB4ECD}" type="slidenum">
              <a:rPr lang="en-US" altLang="en-US"/>
              <a:pPr>
                <a:defRPr/>
              </a:pPr>
              <a:t>‹#›</a:t>
            </a:fld>
            <a:endParaRPr lang="en-US" altLang="en-US" sz="457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1139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F10F1ED-20FB-F720-D580-FAD2B1C4DE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069690" y="1212830"/>
            <a:ext cx="19244258" cy="5045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29184" tIns="164592" rIns="329184" bIns="16459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anose="020F0502020204030204" pitchFamily="34" charset="0"/>
              </a:rPr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DF7F460A-4588-F6F0-08F5-388A9418C9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69690" y="7063601"/>
            <a:ext cx="19244258" cy="19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29184" tIns="164592" rIns="329184" bIns="1645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anose="020F0502020204030204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Calibri" panose="020F0502020204030204" pitchFamily="34" charset="0"/>
              </a:rPr>
              <a:t>Second level</a:t>
            </a:r>
          </a:p>
          <a:p>
            <a:pPr lvl="2"/>
            <a:r>
              <a:rPr lang="en-US" altLang="zh-CN">
                <a:sym typeface="Calibri" panose="020F0502020204030204" pitchFamily="34" charset="0"/>
              </a:rPr>
              <a:t>Third level</a:t>
            </a:r>
          </a:p>
          <a:p>
            <a:pPr lvl="3"/>
            <a:r>
              <a:rPr lang="en-US" altLang="zh-CN">
                <a:sym typeface="Calibri" panose="020F0502020204030204" pitchFamily="34" charset="0"/>
              </a:rPr>
              <a:t>Fourth level</a:t>
            </a:r>
          </a:p>
          <a:p>
            <a:pPr lvl="4"/>
            <a:r>
              <a:rPr lang="en-US" altLang="zh-CN">
                <a:sym typeface="Calibri" panose="020F0502020204030204" pitchFamily="34" charset="0"/>
              </a:rPr>
              <a:t>Fifth level</a:t>
            </a:r>
          </a:p>
        </p:txBody>
      </p:sp>
      <p:sp>
        <p:nvSpPr>
          <p:cNvPr id="1028" name="Date Placeholder 3">
            <a:extLst>
              <a:ext uri="{FF2B5EF4-FFF2-40B4-BE49-F238E27FC236}">
                <a16:creationId xmlns:a16="http://schemas.microsoft.com/office/drawing/2014/main" id="{EF0CA9E7-C84B-B605-7823-AC1FE62079F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9690" y="28059812"/>
            <a:ext cx="4988508" cy="1612921"/>
          </a:xfrm>
          <a:prstGeom prst="rect">
            <a:avLst/>
          </a:prstGeom>
          <a:noFill/>
          <a:ln>
            <a:noFill/>
          </a:ln>
        </p:spPr>
        <p:txBody>
          <a:bodyPr vert="horz" wrap="square" lIns="329184" tIns="164592" rIns="329184" bIns="164592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093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D1945B7C-9B4C-4743-9FBD-5C584B500AE5}" type="datetime1">
              <a:rPr lang="en-US" altLang="en-US"/>
              <a:pPr>
                <a:defRPr/>
              </a:pPr>
              <a:t>9/29/24</a:t>
            </a:fld>
            <a:endParaRPr lang="en-US" sz="457">
              <a:solidFill>
                <a:schemeClr val="tx1"/>
              </a:solidFill>
            </a:endParaRPr>
          </a:p>
        </p:txBody>
      </p:sp>
      <p:sp>
        <p:nvSpPr>
          <p:cNvPr id="1029" name="Footer Placeholder 4">
            <a:extLst>
              <a:ext uri="{FF2B5EF4-FFF2-40B4-BE49-F238E27FC236}">
                <a16:creationId xmlns:a16="http://schemas.microsoft.com/office/drawing/2014/main" id="{3B916C4E-2DF3-4B9F-87CB-1DF4F12D0A2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306591" y="28059812"/>
            <a:ext cx="6770468" cy="1612921"/>
          </a:xfrm>
          <a:prstGeom prst="rect">
            <a:avLst/>
          </a:prstGeom>
          <a:noFill/>
          <a:ln>
            <a:noFill/>
          </a:ln>
        </p:spPr>
        <p:txBody>
          <a:bodyPr vert="horz" wrap="square" lIns="329184" tIns="164592" rIns="329184" bIns="164592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093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Slide Number Placeholder 5">
            <a:extLst>
              <a:ext uri="{FF2B5EF4-FFF2-40B4-BE49-F238E27FC236}">
                <a16:creationId xmlns:a16="http://schemas.microsoft.com/office/drawing/2014/main" id="{92B4AD06-356F-BF83-A758-3953DBCE324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5325440" y="28059812"/>
            <a:ext cx="4988508" cy="1612921"/>
          </a:xfrm>
          <a:prstGeom prst="rect">
            <a:avLst/>
          </a:prstGeom>
          <a:noFill/>
          <a:ln>
            <a:noFill/>
          </a:ln>
        </p:spPr>
        <p:txBody>
          <a:bodyPr vert="horz" wrap="square" lIns="329184" tIns="164592" rIns="329184" bIns="164592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093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D926EFD5-A1C3-4F79-B289-1EB76A54BBA0}" type="slidenum">
              <a:rPr lang="en-US" altLang="en-US"/>
              <a:pPr>
                <a:defRPr/>
              </a:pPr>
              <a:t>‹#›</a:t>
            </a:fld>
            <a:endParaRPr lang="en-US" altLang="en-US" sz="457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marL="836997" indent="-836997" algn="ctr" rtl="0" eaLnBrk="0" fontAlgn="base" hangingPunct="0">
        <a:spcBef>
          <a:spcPct val="0"/>
        </a:spcBef>
        <a:spcAft>
          <a:spcPct val="0"/>
        </a:spcAft>
        <a:defRPr sz="4015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836997" indent="-836997" algn="ctr" rtl="0" eaLnBrk="0" fontAlgn="base" hangingPunct="0">
        <a:spcBef>
          <a:spcPct val="0"/>
        </a:spcBef>
        <a:spcAft>
          <a:spcPct val="0"/>
        </a:spcAft>
        <a:defRPr sz="4015">
          <a:solidFill>
            <a:schemeClr val="tx1"/>
          </a:solidFill>
          <a:latin typeface="Calibri" pitchFamily="34" charset="0"/>
          <a:ea typeface="SimSun" pitchFamily="2" charset="-122"/>
          <a:sym typeface="Calibri" panose="020F0502020204030204" pitchFamily="34" charset="0"/>
        </a:defRPr>
      </a:lvl2pPr>
      <a:lvl3pPr marL="836997" indent="-836997" algn="ctr" rtl="0" eaLnBrk="0" fontAlgn="base" hangingPunct="0">
        <a:spcBef>
          <a:spcPct val="0"/>
        </a:spcBef>
        <a:spcAft>
          <a:spcPct val="0"/>
        </a:spcAft>
        <a:defRPr sz="4015">
          <a:solidFill>
            <a:schemeClr val="tx1"/>
          </a:solidFill>
          <a:latin typeface="Calibri" pitchFamily="34" charset="0"/>
          <a:ea typeface="SimSun" pitchFamily="2" charset="-122"/>
          <a:sym typeface="Calibri" panose="020F0502020204030204" pitchFamily="34" charset="0"/>
        </a:defRPr>
      </a:lvl3pPr>
      <a:lvl4pPr marL="836997" indent="-836997" algn="ctr" rtl="0" eaLnBrk="0" fontAlgn="base" hangingPunct="0">
        <a:spcBef>
          <a:spcPct val="0"/>
        </a:spcBef>
        <a:spcAft>
          <a:spcPct val="0"/>
        </a:spcAft>
        <a:defRPr sz="4015">
          <a:solidFill>
            <a:schemeClr val="tx1"/>
          </a:solidFill>
          <a:latin typeface="Calibri" pitchFamily="34" charset="0"/>
          <a:ea typeface="SimSun" pitchFamily="2" charset="-122"/>
          <a:sym typeface="Calibri" panose="020F0502020204030204" pitchFamily="34" charset="0"/>
        </a:defRPr>
      </a:lvl4pPr>
      <a:lvl5pPr marL="836997" indent="-836997" algn="ctr" rtl="0" eaLnBrk="0" fontAlgn="base" hangingPunct="0">
        <a:spcBef>
          <a:spcPct val="0"/>
        </a:spcBef>
        <a:spcAft>
          <a:spcPct val="0"/>
        </a:spcAft>
        <a:defRPr sz="4015">
          <a:solidFill>
            <a:schemeClr val="tx1"/>
          </a:solidFill>
          <a:latin typeface="Calibri" pitchFamily="34" charset="0"/>
          <a:ea typeface="SimSun" pitchFamily="2" charset="-122"/>
          <a:sym typeface="Calibri" panose="020F0502020204030204" pitchFamily="34" charset="0"/>
        </a:defRPr>
      </a:lvl5pPr>
      <a:lvl6pPr marL="953222" indent="-836997" algn="ctr" rtl="0" fontAlgn="base">
        <a:spcBef>
          <a:spcPct val="0"/>
        </a:spcBef>
        <a:spcAft>
          <a:spcPct val="0"/>
        </a:spcAft>
        <a:defRPr sz="4015">
          <a:solidFill>
            <a:schemeClr val="tx1"/>
          </a:solidFill>
          <a:latin typeface="Calibri" pitchFamily="34" charset="0"/>
          <a:ea typeface="SimSun" pitchFamily="2" charset="-122"/>
          <a:sym typeface="Calibri" pitchFamily="34" charset="0"/>
        </a:defRPr>
      </a:lvl6pPr>
      <a:lvl7pPr marL="1069449" indent="-836997" algn="ctr" rtl="0" fontAlgn="base">
        <a:spcBef>
          <a:spcPct val="0"/>
        </a:spcBef>
        <a:spcAft>
          <a:spcPct val="0"/>
        </a:spcAft>
        <a:defRPr sz="4015">
          <a:solidFill>
            <a:schemeClr val="tx1"/>
          </a:solidFill>
          <a:latin typeface="Calibri" pitchFamily="34" charset="0"/>
          <a:ea typeface="SimSun" pitchFamily="2" charset="-122"/>
          <a:sym typeface="Calibri" pitchFamily="34" charset="0"/>
        </a:defRPr>
      </a:lvl7pPr>
      <a:lvl8pPr marL="1185676" indent="-836997" algn="ctr" rtl="0" fontAlgn="base">
        <a:spcBef>
          <a:spcPct val="0"/>
        </a:spcBef>
        <a:spcAft>
          <a:spcPct val="0"/>
        </a:spcAft>
        <a:defRPr sz="4015">
          <a:solidFill>
            <a:schemeClr val="tx1"/>
          </a:solidFill>
          <a:latin typeface="Calibri" pitchFamily="34" charset="0"/>
          <a:ea typeface="SimSun" pitchFamily="2" charset="-122"/>
          <a:sym typeface="Calibri" pitchFamily="34" charset="0"/>
        </a:defRPr>
      </a:lvl8pPr>
      <a:lvl9pPr marL="1301904" indent="-836997" algn="ctr" rtl="0" fontAlgn="base">
        <a:spcBef>
          <a:spcPct val="0"/>
        </a:spcBef>
        <a:spcAft>
          <a:spcPct val="0"/>
        </a:spcAft>
        <a:defRPr sz="4015">
          <a:solidFill>
            <a:schemeClr val="tx1"/>
          </a:solidFill>
          <a:latin typeface="Calibri" pitchFamily="34" charset="0"/>
          <a:ea typeface="SimSun" pitchFamily="2" charset="-122"/>
          <a:sym typeface="Calibri" pitchFamily="34" charset="0"/>
        </a:defRPr>
      </a:lvl9pPr>
    </p:titleStyle>
    <p:bodyStyle>
      <a:lvl1pPr marL="313972" indent="-313972" algn="l" defTabSz="836997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22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680009" indent="-261513" algn="l" defTabSz="836997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568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046042" indent="-209048" algn="l" defTabSz="836997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187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464542" indent="-209048" algn="l" defTabSz="836997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829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1883040" indent="-209048" algn="l" defTabSz="836997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829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1999267" indent="-209048" algn="l" defTabSz="836997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829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115494" indent="-209048" algn="l" defTabSz="836997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829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2231719" indent="-209048" algn="l" defTabSz="836997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829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2347947" indent="-209048" algn="l" defTabSz="836997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829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en-US"/>
      </a:defPPr>
      <a:lvl1pPr marL="0" algn="l" defTabSz="232455" rtl="0" eaLnBrk="1" latinLnBrk="0" hangingPunct="1">
        <a:defRPr sz="457" kern="1200">
          <a:solidFill>
            <a:schemeClr val="tx1"/>
          </a:solidFill>
          <a:latin typeface="+mn-lt"/>
          <a:ea typeface="+mn-ea"/>
          <a:cs typeface="+mn-cs"/>
        </a:defRPr>
      </a:lvl1pPr>
      <a:lvl2pPr marL="116228" algn="l" defTabSz="232455" rtl="0" eaLnBrk="1" latinLnBrk="0" hangingPunct="1">
        <a:defRPr sz="457" kern="1200">
          <a:solidFill>
            <a:schemeClr val="tx1"/>
          </a:solidFill>
          <a:latin typeface="+mn-lt"/>
          <a:ea typeface="+mn-ea"/>
          <a:cs typeface="+mn-cs"/>
        </a:defRPr>
      </a:lvl2pPr>
      <a:lvl3pPr marL="232455" algn="l" defTabSz="232455" rtl="0" eaLnBrk="1" latinLnBrk="0" hangingPunct="1">
        <a:defRPr sz="457" kern="1200">
          <a:solidFill>
            <a:schemeClr val="tx1"/>
          </a:solidFill>
          <a:latin typeface="+mn-lt"/>
          <a:ea typeface="+mn-ea"/>
          <a:cs typeface="+mn-cs"/>
        </a:defRPr>
      </a:lvl3pPr>
      <a:lvl4pPr marL="348683" algn="l" defTabSz="232455" rtl="0" eaLnBrk="1" latinLnBrk="0" hangingPunct="1">
        <a:defRPr sz="457" kern="1200">
          <a:solidFill>
            <a:schemeClr val="tx1"/>
          </a:solidFill>
          <a:latin typeface="+mn-lt"/>
          <a:ea typeface="+mn-ea"/>
          <a:cs typeface="+mn-cs"/>
        </a:defRPr>
      </a:lvl4pPr>
      <a:lvl5pPr marL="464907" algn="l" defTabSz="232455" rtl="0" eaLnBrk="1" latinLnBrk="0" hangingPunct="1">
        <a:defRPr sz="457" kern="1200">
          <a:solidFill>
            <a:schemeClr val="tx1"/>
          </a:solidFill>
          <a:latin typeface="+mn-lt"/>
          <a:ea typeface="+mn-ea"/>
          <a:cs typeface="+mn-cs"/>
        </a:defRPr>
      </a:lvl5pPr>
      <a:lvl6pPr marL="581135" algn="l" defTabSz="232455" rtl="0" eaLnBrk="1" latinLnBrk="0" hangingPunct="1">
        <a:defRPr sz="457" kern="1200">
          <a:solidFill>
            <a:schemeClr val="tx1"/>
          </a:solidFill>
          <a:latin typeface="+mn-lt"/>
          <a:ea typeface="+mn-ea"/>
          <a:cs typeface="+mn-cs"/>
        </a:defRPr>
      </a:lvl6pPr>
      <a:lvl7pPr marL="697363" algn="l" defTabSz="232455" rtl="0" eaLnBrk="1" latinLnBrk="0" hangingPunct="1">
        <a:defRPr sz="457" kern="1200">
          <a:solidFill>
            <a:schemeClr val="tx1"/>
          </a:solidFill>
          <a:latin typeface="+mn-lt"/>
          <a:ea typeface="+mn-ea"/>
          <a:cs typeface="+mn-cs"/>
        </a:defRPr>
      </a:lvl7pPr>
      <a:lvl8pPr marL="813590" algn="l" defTabSz="232455" rtl="0" eaLnBrk="1" latinLnBrk="0" hangingPunct="1">
        <a:defRPr sz="457" kern="1200">
          <a:solidFill>
            <a:schemeClr val="tx1"/>
          </a:solidFill>
          <a:latin typeface="+mn-lt"/>
          <a:ea typeface="+mn-ea"/>
          <a:cs typeface="+mn-cs"/>
        </a:defRPr>
      </a:lvl8pPr>
      <a:lvl9pPr marL="929818" algn="l" defTabSz="232455" rtl="0" eaLnBrk="1" latinLnBrk="0" hangingPunct="1">
        <a:defRPr sz="4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jp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3CFFB92B-83AA-8140-B662-4ADAB133E9C3}"/>
              </a:ext>
            </a:extLst>
          </p:cNvPr>
          <p:cNvSpPr/>
          <p:nvPr/>
        </p:nvSpPr>
        <p:spPr bwMode="auto">
          <a:xfrm>
            <a:off x="7249576" y="27997679"/>
            <a:ext cx="5732468" cy="600530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51000">
                <a:schemeClr val="bg1"/>
              </a:gs>
              <a:gs pos="100000">
                <a:srgbClr val="00B050"/>
              </a:gs>
            </a:gsLst>
            <a:lin ang="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6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SimSun" pitchFamily="2" charset="-122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9858626-3E2B-DE4A-9C04-2B9A06C34F65}"/>
              </a:ext>
            </a:extLst>
          </p:cNvPr>
          <p:cNvSpPr/>
          <p:nvPr/>
        </p:nvSpPr>
        <p:spPr bwMode="auto">
          <a:xfrm>
            <a:off x="13002090" y="27994524"/>
            <a:ext cx="8061346" cy="600530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51000">
                <a:schemeClr val="bg1"/>
              </a:gs>
              <a:gs pos="100000">
                <a:srgbClr val="00B050"/>
              </a:gs>
            </a:gsLst>
            <a:lin ang="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6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SimSun" pitchFamily="2" charset="-122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43867BC-5ECE-0540-A0FC-780D75252432}"/>
              </a:ext>
            </a:extLst>
          </p:cNvPr>
          <p:cNvSpPr/>
          <p:nvPr/>
        </p:nvSpPr>
        <p:spPr bwMode="auto">
          <a:xfrm>
            <a:off x="7249576" y="23515197"/>
            <a:ext cx="13801607" cy="600530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51000">
                <a:schemeClr val="bg1"/>
              </a:gs>
              <a:gs pos="100000">
                <a:srgbClr val="00B050"/>
              </a:gs>
            </a:gsLst>
            <a:lin ang="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6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SimSun" pitchFamily="2" charset="-122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22C04DD-B34B-8449-8DFA-2C84CC356F27}"/>
              </a:ext>
            </a:extLst>
          </p:cNvPr>
          <p:cNvSpPr/>
          <p:nvPr/>
        </p:nvSpPr>
        <p:spPr bwMode="auto">
          <a:xfrm>
            <a:off x="252686" y="19014769"/>
            <a:ext cx="6934018" cy="600530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51000">
                <a:schemeClr val="bg1"/>
              </a:gs>
              <a:gs pos="100000">
                <a:srgbClr val="00B050"/>
              </a:gs>
            </a:gsLst>
            <a:lin ang="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6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SimSun" pitchFamily="2" charset="-122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882D212-8824-6941-9E54-973E522EB0B8}"/>
              </a:ext>
            </a:extLst>
          </p:cNvPr>
          <p:cNvSpPr/>
          <p:nvPr/>
        </p:nvSpPr>
        <p:spPr bwMode="auto">
          <a:xfrm>
            <a:off x="253935" y="11477826"/>
            <a:ext cx="6934018" cy="600530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51000">
                <a:schemeClr val="bg1"/>
              </a:gs>
              <a:gs pos="100000">
                <a:srgbClr val="00B050"/>
              </a:gs>
            </a:gsLst>
            <a:lin ang="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6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SimSun" pitchFamily="2" charset="-122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8790FE1-7FBD-724A-BDD6-80C3E3F14AE9}"/>
              </a:ext>
            </a:extLst>
          </p:cNvPr>
          <p:cNvSpPr/>
          <p:nvPr/>
        </p:nvSpPr>
        <p:spPr bwMode="auto">
          <a:xfrm>
            <a:off x="252686" y="5534360"/>
            <a:ext cx="6934018" cy="600530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51000">
                <a:schemeClr val="bg1"/>
              </a:gs>
              <a:gs pos="100000">
                <a:srgbClr val="00B050"/>
              </a:gs>
            </a:gsLst>
            <a:lin ang="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6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SimSun" pitchFamily="2" charset="-122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AC3454-D897-EF48-8F9D-D94ED0503F54}"/>
              </a:ext>
            </a:extLst>
          </p:cNvPr>
          <p:cNvSpPr/>
          <p:nvPr/>
        </p:nvSpPr>
        <p:spPr bwMode="auto">
          <a:xfrm>
            <a:off x="264502" y="3488366"/>
            <a:ext cx="6934018" cy="600530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51000">
                <a:schemeClr val="bg1"/>
              </a:gs>
              <a:gs pos="100000">
                <a:srgbClr val="00B050"/>
              </a:gs>
            </a:gsLst>
            <a:lin ang="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6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SimSun" pitchFamily="2" charset="-122"/>
            </a:endParaRPr>
          </a:p>
        </p:txBody>
      </p:sp>
      <p:sp>
        <p:nvSpPr>
          <p:cNvPr id="3074" name="Rectangle 6">
            <a:extLst>
              <a:ext uri="{FF2B5EF4-FFF2-40B4-BE49-F238E27FC236}">
                <a16:creationId xmlns:a16="http://schemas.microsoft.com/office/drawing/2014/main" id="{5851E4FB-973C-13E1-4556-2A84C95BC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686" y="324695"/>
            <a:ext cx="2743128" cy="302345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bevel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5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01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6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7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7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sym typeface="Calibri" panose="020F0502020204030204" pitchFamily="34" charset="0"/>
              </a:defRPr>
            </a:lvl5pPr>
            <a:lvl6pPr marL="2514600" indent="-228600" defTabSz="32924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7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sym typeface="Calibri" panose="020F0502020204030204" pitchFamily="34" charset="0"/>
              </a:defRPr>
            </a:lvl6pPr>
            <a:lvl7pPr marL="2971800" indent="-228600" defTabSz="32924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7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sym typeface="Calibri" panose="020F0502020204030204" pitchFamily="34" charset="0"/>
              </a:defRPr>
            </a:lvl7pPr>
            <a:lvl8pPr marL="3429000" indent="-228600" defTabSz="32924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7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sym typeface="Calibri" panose="020F0502020204030204" pitchFamily="34" charset="0"/>
              </a:defRPr>
            </a:lvl8pPr>
            <a:lvl9pPr marL="3886200" indent="-228600" defTabSz="32924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7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400" b="1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75" name="Rectangle 7">
            <a:extLst>
              <a:ext uri="{FF2B5EF4-FFF2-40B4-BE49-F238E27FC236}">
                <a16:creationId xmlns:a16="http://schemas.microsoft.com/office/drawing/2014/main" id="{DC1F1C8B-6883-05E4-9162-68EC987A0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8210" y="327689"/>
            <a:ext cx="14096630" cy="302345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bevel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15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01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86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7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7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sym typeface="Calibri" panose="020F0502020204030204" pitchFamily="34" charset="0"/>
              </a:defRPr>
            </a:lvl5pPr>
            <a:lvl6pPr marL="2514600" indent="-228600" defTabSz="32924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7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sym typeface="Calibri" panose="020F0502020204030204" pitchFamily="34" charset="0"/>
              </a:defRPr>
            </a:lvl6pPr>
            <a:lvl7pPr marL="2971800" indent="-228600" defTabSz="32924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7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sym typeface="Calibri" panose="020F0502020204030204" pitchFamily="34" charset="0"/>
              </a:defRPr>
            </a:lvl7pPr>
            <a:lvl8pPr marL="3429000" indent="-228600" defTabSz="32924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7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sym typeface="Calibri" panose="020F0502020204030204" pitchFamily="34" charset="0"/>
              </a:defRPr>
            </a:lvl8pPr>
            <a:lvl9pPr marL="3886200" indent="-228600" defTabSz="32924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7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3800" b="1" dirty="0">
                <a:latin typeface="Arial" panose="020B0604020202020204" pitchFamily="34" charset="0"/>
                <a:sym typeface="Arial" panose="020B0604020202020204" pitchFamily="34" charset="0"/>
              </a:rPr>
              <a:t>AI DRIVEN INFORMATION EXTRACTION FROM CONSTRUCTION MATERIALS LITERATURE</a:t>
            </a:r>
            <a:endParaRPr lang="en-US" altLang="en-US" sz="2800" b="1" dirty="0"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algn="ctr" rtl="0" fontAlgn="base"/>
            <a:r>
              <a:rPr lang="en-US" sz="18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Mohd Zaki</a:t>
            </a:r>
            <a:r>
              <a:rPr lang="en-US" sz="1800" b="0" i="0" u="none" strike="noStrike" baseline="3000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1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, Keshav Bharadwaj Ravi</a:t>
            </a:r>
            <a:r>
              <a:rPr lang="en-US" sz="1800" b="0" i="0" u="none" strike="noStrike" baseline="3000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2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, Jayadeva</a:t>
            </a:r>
            <a:r>
              <a:rPr lang="en-US" sz="1800" b="0" i="0" u="none" strike="noStrike" baseline="3000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3,4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and N. M. Anoo</a:t>
            </a:r>
            <a:r>
              <a:rPr lang="en-US" sz="1800" dirty="0">
                <a:solidFill>
                  <a:srgbClr val="000000"/>
                </a:solidFill>
                <a:highlight>
                  <a:srgbClr val="F5F5F5"/>
                </a:highlight>
                <a:latin typeface="Arial" panose="020B0604020202020204" pitchFamily="34" charset="0"/>
              </a:rPr>
              <a:t>p Krishnan</a:t>
            </a:r>
            <a:r>
              <a:rPr lang="en-US" sz="18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r>
              <a:rPr lang="en-US" sz="1800" b="0" i="0" baseline="3000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1,4</a:t>
            </a:r>
            <a:endParaRPr lang="en-US" sz="800" b="0" i="0" baseline="30000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ctr" rtl="0" fontAlgn="base"/>
            <a:r>
              <a:rPr lang="en-US" sz="1800" i="0" u="none" strike="noStrike" baseline="3000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1 </a:t>
            </a:r>
            <a:r>
              <a:rPr lang="en-US" sz="1800" dirty="0">
                <a:solidFill>
                  <a:srgbClr val="000000"/>
                </a:solidFill>
                <a:highlight>
                  <a:srgbClr val="F5F5F5"/>
                </a:highlight>
                <a:latin typeface="Arial" panose="020B0604020202020204" pitchFamily="34" charset="0"/>
              </a:rPr>
              <a:t>Department of Civil Engineering, IIT Delhi</a:t>
            </a:r>
            <a:endParaRPr lang="en-US" sz="1800" i="0" u="none" strike="noStrike" dirty="0">
              <a:solidFill>
                <a:srgbClr val="000000"/>
              </a:solidFill>
              <a:effectLst/>
              <a:highlight>
                <a:srgbClr val="F5F5F5"/>
              </a:highlight>
              <a:latin typeface="Arial" panose="020B0604020202020204" pitchFamily="34" charset="0"/>
            </a:endParaRPr>
          </a:p>
          <a:p>
            <a:pPr algn="ctr" rtl="0" fontAlgn="base"/>
            <a:r>
              <a:rPr lang="en-US" sz="1800" baseline="30000" dirty="0">
                <a:solidFill>
                  <a:srgbClr val="000000"/>
                </a:solidFill>
                <a:highlight>
                  <a:srgbClr val="F5F5F5"/>
                </a:highlight>
                <a:latin typeface="Arial" panose="020B0604020202020204" pitchFamily="34" charset="0"/>
              </a:rPr>
              <a:t>2 </a:t>
            </a:r>
            <a:r>
              <a:rPr lang="en-US" sz="1800" dirty="0">
                <a:solidFill>
                  <a:srgbClr val="000000"/>
                </a:solidFill>
                <a:highlight>
                  <a:srgbClr val="F5F5F5"/>
                </a:highlight>
                <a:latin typeface="Arial" panose="020B0604020202020204" pitchFamily="34" charset="0"/>
              </a:rPr>
              <a:t>Department of Civil Engineering, IISc Bengaluru</a:t>
            </a:r>
            <a:endParaRPr lang="en-US" sz="1800" i="0" u="none" strike="noStrike" dirty="0">
              <a:solidFill>
                <a:srgbClr val="000000"/>
              </a:solidFill>
              <a:effectLst/>
              <a:highlight>
                <a:srgbClr val="F5F5F5"/>
              </a:highlight>
              <a:latin typeface="Arial" panose="020B0604020202020204" pitchFamily="34" charset="0"/>
            </a:endParaRPr>
          </a:p>
          <a:p>
            <a:pPr algn="ctr" rtl="0" fontAlgn="base"/>
            <a:r>
              <a:rPr lang="en-US" sz="1800" baseline="30000" dirty="0">
                <a:solidFill>
                  <a:srgbClr val="000000"/>
                </a:solidFill>
                <a:highlight>
                  <a:srgbClr val="F5F5F5"/>
                </a:highlight>
                <a:latin typeface="Arial" panose="020B0604020202020204" pitchFamily="34" charset="0"/>
              </a:rPr>
              <a:t>3 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Department of Electrical Engineering, IIT Delhi</a:t>
            </a:r>
            <a:r>
              <a:rPr lang="en-US" sz="180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sz="800" dirty="0">
              <a:solidFill>
                <a:srgbClr val="000000"/>
              </a:solidFill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ctr" rtl="0" fontAlgn="base"/>
            <a:r>
              <a:rPr lang="en-US" sz="1800" baseline="30000" dirty="0">
                <a:solidFill>
                  <a:srgbClr val="000000"/>
                </a:solidFill>
                <a:highlight>
                  <a:srgbClr val="F5F5F5"/>
                </a:highlight>
                <a:latin typeface="Arial" panose="020B0604020202020204" pitchFamily="34" charset="0"/>
              </a:rPr>
              <a:t>4 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Yardi School of Artificial Intelligence, IIT Delhi</a:t>
            </a:r>
            <a:r>
              <a:rPr lang="en-US" sz="180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r>
              <a:rPr lang="en-US" sz="18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</p:txBody>
      </p:sp>
      <p:pic>
        <p:nvPicPr>
          <p:cNvPr id="8" name="Picture 7" descr="A logo with a flower in the middle&#10;&#10;Description automatically generated">
            <a:extLst>
              <a:ext uri="{FF2B5EF4-FFF2-40B4-BE49-F238E27FC236}">
                <a16:creationId xmlns:a16="http://schemas.microsoft.com/office/drawing/2014/main" id="{C9A52A66-4022-EC07-4A9D-DF9778AD66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8262" y="354575"/>
            <a:ext cx="1812522" cy="1812522"/>
          </a:xfrm>
          <a:prstGeom prst="rect">
            <a:avLst/>
          </a:prstGeom>
        </p:spPr>
      </p:pic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9B71DF63-71C2-532C-344E-3A8B61AD523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0" t="7433" r="3559"/>
          <a:stretch/>
        </p:blipFill>
        <p:spPr>
          <a:xfrm>
            <a:off x="17319780" y="2167097"/>
            <a:ext cx="3769485" cy="12298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84951B-3BC1-114E-9F7D-2F62E73561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02" y="476675"/>
            <a:ext cx="2719495" cy="271949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B51A7E6-E095-1243-8DE8-EAC7C400B9D8}"/>
              </a:ext>
            </a:extLst>
          </p:cNvPr>
          <p:cNvSpPr/>
          <p:nvPr/>
        </p:nvSpPr>
        <p:spPr bwMode="auto">
          <a:xfrm>
            <a:off x="7247622" y="27994524"/>
            <a:ext cx="5732468" cy="215075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ACKNOWLEDGEMENTS</a:t>
            </a:r>
          </a:p>
          <a:p>
            <a:pPr marL="742950" marR="0" lvl="0" indent="-742950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AutoNum type="arabicPeriod"/>
              <a:tabLst/>
              <a:defRPr/>
            </a:pPr>
            <a:r>
              <a:rPr lang="en-US" sz="3600" dirty="0">
                <a:solidFill>
                  <a:srgbClr val="000000"/>
                </a:solidFill>
              </a:rPr>
              <a:t>PMRF </a:t>
            </a:r>
          </a:p>
          <a:p>
            <a:pPr marL="742950" marR="0" lvl="0" indent="-742950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AutoNum type="arabicPeriod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HPC IIT DELHI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64DEAD-F7EF-8545-BF7F-CED9C91A07A9}"/>
              </a:ext>
            </a:extLst>
          </p:cNvPr>
          <p:cNvSpPr/>
          <p:nvPr/>
        </p:nvSpPr>
        <p:spPr bwMode="auto">
          <a:xfrm>
            <a:off x="264502" y="3488366"/>
            <a:ext cx="6934018" cy="181969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lang="en-US" sz="3600" b="1" dirty="0"/>
              <a:t>MOTIVATION</a:t>
            </a:r>
            <a:endParaRPr kumimoji="0" lang="en-US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SimSun" pitchFamily="2" charset="-122"/>
            </a:endParaRPr>
          </a:p>
          <a:p>
            <a:pPr marR="0" algn="ctr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SimSun" pitchFamily="2" charset="-122"/>
              </a:rPr>
              <a:t>Create largest database of construction materials</a:t>
            </a:r>
          </a:p>
          <a:p>
            <a:pPr marL="571500" marR="0" indent="-571500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SimSun" pitchFamily="2" charset="-122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5BF616-2B4A-FF48-80E8-BAA3A1E7590A}"/>
              </a:ext>
            </a:extLst>
          </p:cNvPr>
          <p:cNvSpPr/>
          <p:nvPr/>
        </p:nvSpPr>
        <p:spPr bwMode="auto">
          <a:xfrm>
            <a:off x="264502" y="5505836"/>
            <a:ext cx="6934018" cy="575460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lang="en-US" sz="3600" b="1" dirty="0"/>
              <a:t>CONTRIBUTIONS</a:t>
            </a:r>
            <a:endParaRPr kumimoji="0" lang="en-US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SimSun" pitchFamily="2" charset="-122"/>
            </a:endParaRPr>
          </a:p>
          <a:p>
            <a:pPr marL="571500" marR="0" indent="-571500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SimSun" pitchFamily="2" charset="-122"/>
              </a:rPr>
              <a:t>Language model (LM) for understanding text of construction materials research papers</a:t>
            </a:r>
          </a:p>
          <a:p>
            <a:pPr marL="571500" marR="0" indent="-571500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SimSun" pitchFamily="2" charset="-122"/>
              </a:rPr>
              <a:t>Extracted compositions of SCMs and </a:t>
            </a:r>
            <a:r>
              <a:rPr lang="en-US" sz="3600" dirty="0"/>
              <a:t>c</a:t>
            </a:r>
            <a:r>
              <a:rPr kumimoji="0" 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SimSun" pitchFamily="2" charset="-122"/>
              </a:rPr>
              <a:t>ements</a:t>
            </a:r>
            <a:r>
              <a:rPr lang="en-US" sz="3600" dirty="0"/>
              <a:t> from research paper tables</a:t>
            </a:r>
          </a:p>
          <a:p>
            <a:pPr marL="571500" marR="0" indent="-571500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3600" dirty="0"/>
              <a:t>Evaluated CO</a:t>
            </a:r>
            <a:r>
              <a:rPr lang="en-US" sz="3600" baseline="-25000" dirty="0"/>
              <a:t>2 </a:t>
            </a:r>
            <a:r>
              <a:rPr lang="en-US" sz="3600" dirty="0"/>
              <a:t>emissions from cement clinker compositions</a:t>
            </a:r>
          </a:p>
          <a:p>
            <a:pPr marL="571500" marR="0" indent="-571500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SimSun" pitchFamily="2" charset="-122"/>
            </a:endParaRPr>
          </a:p>
          <a:p>
            <a:pPr marL="571500" marR="0" indent="-571500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SimSun" pitchFamily="2" charset="-122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633DC2-ACAD-B943-A441-C2C9701F88A3}"/>
              </a:ext>
            </a:extLst>
          </p:cNvPr>
          <p:cNvSpPr/>
          <p:nvPr/>
        </p:nvSpPr>
        <p:spPr bwMode="auto">
          <a:xfrm>
            <a:off x="252686" y="11458214"/>
            <a:ext cx="6934018" cy="731717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lang="en-US" sz="3600" b="1" dirty="0"/>
              <a:t>INTRODUCTION</a:t>
            </a:r>
            <a:endParaRPr kumimoji="0" lang="en-US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SimSun" pitchFamily="2" charset="-122"/>
            </a:endParaRPr>
          </a:p>
          <a:p>
            <a:pPr marL="571500" marR="0" indent="-571500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3600" dirty="0"/>
              <a:t>Construction material research is important for sustainable development</a:t>
            </a:r>
          </a:p>
          <a:p>
            <a:pPr marL="571500" marR="0" indent="-571500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3600" dirty="0"/>
              <a:t>Choice of the materials depend on applications and locally available resources</a:t>
            </a:r>
          </a:p>
          <a:p>
            <a:pPr marL="571500" marR="0" indent="-571500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3600" dirty="0"/>
              <a:t>Automated information extraction from text requires specialized language model</a:t>
            </a:r>
          </a:p>
          <a:p>
            <a:pPr marL="571500" marR="0" indent="-571500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3600" dirty="0"/>
              <a:t>More than 85% compositions of construction materials are reported in tables</a:t>
            </a:r>
            <a:endParaRPr kumimoji="0" 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SimSun" pitchFamily="2" charset="-122"/>
            </a:endParaRPr>
          </a:p>
          <a:p>
            <a:pPr marL="571500" marR="0" indent="-571500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SimSun" pitchFamily="2" charset="-122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E257BA-ABF9-5248-ACF3-2EDB81F8DE9B}"/>
              </a:ext>
            </a:extLst>
          </p:cNvPr>
          <p:cNvSpPr/>
          <p:nvPr/>
        </p:nvSpPr>
        <p:spPr bwMode="auto">
          <a:xfrm>
            <a:off x="252686" y="19014770"/>
            <a:ext cx="6934018" cy="111305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lang="en-US" sz="3600" b="1" dirty="0"/>
              <a:t>METHODOLOGY</a:t>
            </a:r>
            <a:endParaRPr kumimoji="0" lang="en-US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SimSun" pitchFamily="2" charset="-122"/>
            </a:endParaRPr>
          </a:p>
          <a:p>
            <a:pPr marR="0" defTabSz="3292475" rtl="0" eaLnBrk="1" fontAlgn="base" latinLnBrk="0" hangingPunct="1">
              <a:lnSpc>
                <a:spcPts val="5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3600" dirty="0"/>
              <a:t>Language model development</a:t>
            </a:r>
          </a:p>
          <a:p>
            <a:pPr marR="0" defTabSz="3292475" rtl="0" eaLnBrk="1" fontAlgn="base" latinLnBrk="0" hangingPunct="1">
              <a:lnSpc>
                <a:spcPts val="5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3600" dirty="0"/>
              <a:t># DATASET</a:t>
            </a:r>
          </a:p>
          <a:p>
            <a:pPr marL="571500" marR="0" indent="-571500" defTabSz="3292475" rtl="0" eaLnBrk="1" fontAlgn="base" latinLnBrk="0" hangingPunct="1">
              <a:lnSpc>
                <a:spcPts val="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sz="3600" dirty="0"/>
              <a:t>Training – 19234 papers (96M tokens)</a:t>
            </a:r>
          </a:p>
          <a:p>
            <a:pPr marL="571500" indent="-571500" defTabSz="3292475" eaLnBrk="1" hangingPunct="1">
              <a:lnSpc>
                <a:spcPts val="5000"/>
              </a:lnSpc>
              <a:buFont typeface="Wingdings" pitchFamily="2" charset="2"/>
              <a:buChar char="Ø"/>
            </a:pPr>
            <a:r>
              <a:rPr lang="en-US" sz="3600" dirty="0"/>
              <a:t>Validation – 3465 papers (17.2M tokens)</a:t>
            </a:r>
          </a:p>
          <a:p>
            <a:pPr defTabSz="3292475" eaLnBrk="1" hangingPunct="1">
              <a:lnSpc>
                <a:spcPts val="5000"/>
              </a:lnSpc>
            </a:pPr>
            <a:r>
              <a:rPr lang="en-US" sz="3600" dirty="0"/>
              <a:t># OBJECTIVE – Masked work prediction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61D3877-3967-5D4A-91AE-E529D1D931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4826" y="4088896"/>
            <a:ext cx="11314884" cy="772224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3A00A31-CF14-064D-97F2-13DCDDBCF1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7270" y="12392316"/>
            <a:ext cx="9814448" cy="716402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A6689F5-7C3D-AB4C-BE74-C94D93CA22E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180209" y="19559675"/>
            <a:ext cx="9338400" cy="395971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24FCD06-E93F-004D-8563-6D08D7EF257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7168642" y="15975784"/>
            <a:ext cx="3844425" cy="314388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694A1EE-87D8-A14B-9BAE-00373DAB4C6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7321038" y="12374342"/>
            <a:ext cx="3646800" cy="36014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A8F004-89E4-7A45-9292-F3A4459E278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406662" y="19435963"/>
            <a:ext cx="4611599" cy="39588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58AD6F-5FCA-124D-A91B-C9AC88D7803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1374" y="24769377"/>
            <a:ext cx="6776119" cy="5206042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9788852C-FCE2-CF44-87F5-DAF2268AC70F}"/>
              </a:ext>
            </a:extLst>
          </p:cNvPr>
          <p:cNvSpPr/>
          <p:nvPr/>
        </p:nvSpPr>
        <p:spPr bwMode="auto">
          <a:xfrm>
            <a:off x="7241930" y="23519386"/>
            <a:ext cx="13812811" cy="447513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TAKEAWAYS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  <a:p>
            <a:pPr marL="742950" marR="0" lvl="0" indent="-742950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AutoNum type="arabicPeriod"/>
              <a:tabLst/>
              <a:defRPr/>
            </a:pPr>
            <a:r>
              <a:rPr lang="en-US" sz="3400" dirty="0">
                <a:solidFill>
                  <a:srgbClr val="000000"/>
                </a:solidFill>
              </a:rPr>
              <a:t>Domain specific pretraining improves textual understanding of LM</a:t>
            </a:r>
          </a:p>
          <a:p>
            <a:pPr marL="742950" marR="0" lvl="0" indent="-742950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AutoNum type="arabicPeriod"/>
              <a:tabLst/>
              <a:defRPr/>
            </a:pPr>
            <a:r>
              <a:rPr lang="en-US" sz="3400" dirty="0">
                <a:solidFill>
                  <a:srgbClr val="000000"/>
                </a:solidFill>
              </a:rPr>
              <a:t>Identified tables of crystalline composition with a recall of 1.0</a:t>
            </a:r>
          </a:p>
          <a:p>
            <a:pPr marL="742950" marR="0" lvl="0" indent="-742950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AutoNum type="arabicPeriod"/>
              <a:tabLst/>
              <a:defRPr/>
            </a:pPr>
            <a:r>
              <a:rPr lang="en-US" sz="3400" dirty="0">
                <a:solidFill>
                  <a:srgbClr val="000000"/>
                </a:solidFill>
              </a:rPr>
              <a:t>Extracted ~30k oxide, ~4k mineralogical compositions</a:t>
            </a:r>
          </a:p>
          <a:p>
            <a:pPr marL="742950" marR="0" lvl="0" indent="-742950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AutoNum type="arabicPeriod"/>
              <a:tabLst/>
              <a:defRPr/>
            </a:pPr>
            <a:r>
              <a:rPr lang="en-US" sz="3400" dirty="0">
                <a:solidFill>
                  <a:srgbClr val="000000"/>
                </a:solidFill>
              </a:rPr>
              <a:t>Extracted compositions of  ~4700 SCMs and ~7400 materials including Portland cement, limestones, and others. </a:t>
            </a:r>
          </a:p>
          <a:p>
            <a:pPr marL="742950" marR="0" lvl="0" indent="-742950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AutoNum type="arabicPeriod"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Research interest in SCMs is rising</a:t>
            </a:r>
            <a:r>
              <a:rPr lang="en-US" sz="3400" dirty="0">
                <a:solidFill>
                  <a:srgbClr val="000000"/>
                </a:solidFill>
              </a:rPr>
              <a:t>. </a:t>
            </a:r>
          </a:p>
          <a:p>
            <a:pPr marL="742950" marR="0" lvl="0" indent="-742950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AutoNum type="arabicPeriod"/>
              <a:tabLst/>
              <a:defRPr/>
            </a:pP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CO</a:t>
            </a:r>
            <a:r>
              <a:rPr kumimoji="0" lang="en-US" sz="3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2</a:t>
            </a:r>
            <a:r>
              <a:rPr kumimoji="0" lang="en-US" sz="34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 emissions of cement clinkers has not changes much.</a:t>
            </a: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A2D819D-7163-0F44-BA1D-6CC4A7FFC122}"/>
              </a:ext>
            </a:extLst>
          </p:cNvPr>
          <p:cNvSpPr/>
          <p:nvPr/>
        </p:nvSpPr>
        <p:spPr bwMode="auto">
          <a:xfrm>
            <a:off x="7249577" y="3479312"/>
            <a:ext cx="13812174" cy="829044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E7742FC-9D08-F44C-A916-F51E1E4F553A}"/>
              </a:ext>
            </a:extLst>
          </p:cNvPr>
          <p:cNvSpPr/>
          <p:nvPr/>
        </p:nvSpPr>
        <p:spPr bwMode="auto">
          <a:xfrm>
            <a:off x="7255856" y="3479312"/>
            <a:ext cx="13794080" cy="600530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51000">
                <a:schemeClr val="bg1"/>
              </a:gs>
              <a:gs pos="100000">
                <a:srgbClr val="00B050"/>
              </a:gs>
            </a:gsLst>
            <a:lin ang="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</a:rPr>
              <a:t>OUTLINE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7532A8A-02D7-3C4C-83E5-5B99BEB5DA5A}"/>
              </a:ext>
            </a:extLst>
          </p:cNvPr>
          <p:cNvSpPr/>
          <p:nvPr/>
        </p:nvSpPr>
        <p:spPr bwMode="auto">
          <a:xfrm>
            <a:off x="7241930" y="12385425"/>
            <a:ext cx="13812174" cy="1113396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81EDC03-567D-6849-9825-0851A994ED43}"/>
              </a:ext>
            </a:extLst>
          </p:cNvPr>
          <p:cNvSpPr/>
          <p:nvPr/>
        </p:nvSpPr>
        <p:spPr bwMode="auto">
          <a:xfrm>
            <a:off x="13004044" y="27997862"/>
            <a:ext cx="8061346" cy="215075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REFERENCES</a:t>
            </a:r>
          </a:p>
          <a:p>
            <a:pPr defTabSz="3292475" eaLnBrk="1" hangingPunct="1">
              <a:defRPr/>
            </a:pPr>
            <a:endParaRPr lang="en-US" sz="1400" dirty="0">
              <a:solidFill>
                <a:srgbClr val="000000"/>
              </a:solidFill>
            </a:endParaRPr>
          </a:p>
          <a:p>
            <a:pPr defTabSz="3292475" eaLnBrk="1" hangingPunct="1">
              <a:defRPr/>
            </a:pPr>
            <a:r>
              <a:rPr lang="en-US" sz="1400" dirty="0">
                <a:solidFill>
                  <a:srgbClr val="000000"/>
                </a:solidFill>
              </a:rPr>
              <a:t>1. Gupta T, Zaki M, </a:t>
            </a:r>
            <a:r>
              <a:rPr lang="en-US" sz="1400" dirty="0" err="1">
                <a:solidFill>
                  <a:srgbClr val="000000"/>
                </a:solidFill>
              </a:rPr>
              <a:t>Khatsuriya</a:t>
            </a:r>
            <a:r>
              <a:rPr lang="en-US" sz="1400" dirty="0">
                <a:solidFill>
                  <a:srgbClr val="000000"/>
                </a:solidFill>
              </a:rPr>
              <a:t> D, Hira K, Krishnan NMA, Mausam. DiSCoMaT: Distantly Supervised Composition Extraction from Tables in Materials Science Articles. In Proceedings of the 61st Annual Meeting of the Association for Computational Linguistics (Volume 1: Long Papers), pages 13465–13483, Toronto, Canada. Association for Computational Linguistics.</a:t>
            </a:r>
          </a:p>
          <a:p>
            <a:pPr defTabSz="3292475" eaLnBrk="1" hangingPunct="1">
              <a:defRPr/>
            </a:pPr>
            <a:r>
              <a:rPr lang="en-US" sz="1400" dirty="0">
                <a:solidFill>
                  <a:srgbClr val="000000"/>
                </a:solidFill>
              </a:rPr>
              <a:t>2. Gupta T, Zaki M, Krishnan NMA, Mausam. MatSciBERT: A materials domain language model for text mining and information extraction. </a:t>
            </a:r>
            <a:r>
              <a:rPr lang="en-US" sz="1400" dirty="0" err="1">
                <a:solidFill>
                  <a:srgbClr val="000000"/>
                </a:solidFill>
              </a:rPr>
              <a:t>npj</a:t>
            </a:r>
            <a:r>
              <a:rPr lang="en-US" sz="1400" dirty="0">
                <a:solidFill>
                  <a:srgbClr val="000000"/>
                </a:solidFill>
              </a:rPr>
              <a:t> Computational Materials. 2022 May 3;8(1):102.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4A9D485-318A-3445-8FED-30C338C981A8}"/>
              </a:ext>
            </a:extLst>
          </p:cNvPr>
          <p:cNvSpPr/>
          <p:nvPr/>
        </p:nvSpPr>
        <p:spPr bwMode="auto">
          <a:xfrm>
            <a:off x="7249576" y="11784894"/>
            <a:ext cx="13812174" cy="600530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51000">
                <a:schemeClr val="bg1"/>
              </a:gs>
              <a:gs pos="100000">
                <a:srgbClr val="00B050"/>
              </a:gs>
            </a:gsLst>
            <a:lin ang="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32924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</a:rPr>
              <a:t>DETAILS OF EXTRACTED INFORMATION</a:t>
            </a:r>
          </a:p>
        </p:txBody>
      </p:sp>
    </p:spTree>
    <p:extLst>
      <p:ext uri="{BB962C8B-B14F-4D97-AF65-F5344CB8AC3E}">
        <p14:creationId xmlns:p14="http://schemas.microsoft.com/office/powerpoint/2010/main" val="129744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Theme">
      <a:majorFont>
        <a:latin typeface="Calibri"/>
        <a:ea typeface="SimSun"/>
        <a:cs typeface=""/>
      </a:majorFont>
      <a:minorFont>
        <a:latin typeface="Calibri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2924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6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2924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6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SimSun" pitchFamily="2" charset="-122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2242</TotalTime>
  <Pages>0</Pages>
  <Words>342</Words>
  <Characters>0</Characters>
  <Application>Microsoft Macintosh PowerPoint</Application>
  <DocSecurity>0</DocSecurity>
  <PresentationFormat>Custom</PresentationFormat>
  <Lines>0</Lines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Helvetica</vt:lpstr>
      <vt:lpstr>Segoe UI</vt:lpstr>
      <vt:lpstr>Wingdings</vt:lpstr>
      <vt:lpstr>Office Theme</vt:lpstr>
      <vt:lpstr>PowerPoint Presentation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barc</dc:creator>
  <cp:lastModifiedBy>Mohd Zaki</cp:lastModifiedBy>
  <cp:revision>44</cp:revision>
  <dcterms:created xsi:type="dcterms:W3CDTF">2012-09-10T04:49:00Z</dcterms:created>
  <dcterms:modified xsi:type="dcterms:W3CDTF">2024-09-29T06:11:02Z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1033-9.1.0.4550</vt:lpwstr>
  </property>
</Properties>
</file>